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65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79ED-18F2-1A32-800B-011078771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C5413-045B-4BDE-E708-6020AEBEF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7FE3-B450-18A2-9CB0-42C475BC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FEE44-B0B6-AB65-72FA-55971C3B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28F12-98CD-161D-6D9A-83F4FF2D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712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19006-9F0E-8C97-295D-BF8E5756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63233-BA93-C1AD-2F33-CC0482AFD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A153-4B61-79A8-0969-C99E2BF4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AA4C7-EFD3-6927-BA25-005D4691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B82B4-31A8-8B06-D34A-E047129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3930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DB4E-9067-7A7F-33B8-14514591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A6C06-26A5-9F37-0312-E5DF95E75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49F9C-2436-FA7E-6ED6-AA5E1E0E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4C9D5-05A1-5072-D3A4-4EACE85C0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81B37-5A29-F997-235B-B8C0E2F1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019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BEAC-8F95-2C86-7713-5C0D31C2D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F0E1-A691-731D-E703-1A56F9BB8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A3263-A608-17C0-D015-E179B2F1A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7CA94-2811-68C5-7E23-79424621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35F28-2151-CF05-A0A9-D88C408C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58D4F-840F-D3EC-3134-EDC6BCE0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03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9660-883F-6B4B-17DC-90A9DC98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1FF91-2BCE-BFFD-64D1-769B06B17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8E15C-31E1-4687-6775-1A1063D98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CA78A-9ABB-EB05-F4BC-26394C21B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907B0E-C354-9375-D7D9-418A3DB9C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7C53-C525-D6EF-CCF6-44D27CE5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9072DC-9CF1-09A8-345D-2D73BD25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3CB0B-D723-A462-8B94-1506B8ED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6883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8161-8891-2328-B0F7-004D4561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AF2E0A-3F77-13FF-28C0-67EC94D95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3C498-65AF-A166-39F9-569527B7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3128C-C396-4F05-80EB-FB1055B1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132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D875A-97C3-C408-24AB-D6BCA341B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1B810-2645-FE9C-2528-4E4C1887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FF3FD-8747-4708-3949-5353A726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31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C567-F121-A2D9-9734-3258D0A0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F5D62-CF5E-B153-FF77-E3C05CAAA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6B8F1-6A95-3004-FD30-5255599B8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275F5-0EFA-591F-3197-BDABF6E6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75BE0-0C03-16D2-188A-626431810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26E8-FDAB-AF0A-FCDF-EAAF539A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662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547E-8CE1-07C5-C2BA-D6428C53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53BE1-D12B-320A-D2EE-A5643CFC08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8FD7A-FAFA-67D3-2860-A51B51D95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616AC-0553-A15F-19B3-D428B718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64E45-0E33-513D-0F61-630A8DA7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8D701-D22C-5060-7B7E-81E8E653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384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DAEC-CD89-1071-9A6C-0FE32ABB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4D5E3-A95B-8A0D-8067-4612533FD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9CAA7-4686-B9A4-57F7-AFE763B3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435FC-69E9-2A82-097C-BE8461B0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EB418-A587-3E8C-A283-0B8861B1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668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D51CC-8BB6-BA90-20BE-E25556660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99ADE-2031-8CF6-27D4-7BE063EB6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FC18D-25EA-2503-BBB9-A38DB4977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4F827-C078-91F2-579B-B0DC74BC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06363-9A33-749B-6270-5221297C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546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1CB7A0-4D4A-0181-0A71-3ED5EF46F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DF701-CCEC-7BCC-D792-D6A4A1051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16C87-262D-2B4D-41C7-9D40373FE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1D3B9-694B-498B-8EAF-C0974D0EEF27}" type="datetimeFigureOut">
              <a:rPr lang="en-CA" smtClean="0"/>
              <a:t>2025-09-05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CAC0C-7262-8B01-369E-0CDBDA148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842A2-9C29-64BA-B4D7-8D809133F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76D45-82D0-4E4F-BC72-2212332EE92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066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3D220-8F09-ADE1-3B4D-B43072ABF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September 5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19D26-22FF-CE1B-A9C3-B87FAC8E9C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7066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CD151-839D-E138-484B-F7C6E4925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Derivation for the NVIDIA paper</a:t>
            </a:r>
          </a:p>
        </p:txBody>
      </p:sp>
      <p:pic>
        <p:nvPicPr>
          <p:cNvPr id="8" name="Content Placeholder 7" descr="A white paper with writing on it&#10;&#10;AI-generated content may be incorrect.">
            <a:extLst>
              <a:ext uri="{FF2B5EF4-FFF2-40B4-BE49-F238E27FC236}">
                <a16:creationId xmlns:a16="http://schemas.microsoft.com/office/drawing/2014/main" id="{E6D20670-F742-70CD-2D0B-9CF8B55ED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7933" y="674162"/>
            <a:ext cx="7347537" cy="551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66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0AFB-499A-DE7C-DCB7-45FF483D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11B7T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AF867E-0F1A-942B-77DD-2262C0EC8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204" y="1825625"/>
            <a:ext cx="78495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2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6234F6-C713-5682-A43D-2EB4DA236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" y="1637269"/>
            <a:ext cx="11048388" cy="358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6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C2E33F-6A54-AA78-07B8-383B8035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102"/>
            <a:ext cx="6096000" cy="40577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C52F6E-1B3F-10C9-2312-F8ECA00A6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77329"/>
            <a:ext cx="6096000" cy="570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5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8F7922-D090-6DC6-36F9-5E6977E2C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5" y="256732"/>
            <a:ext cx="669701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7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white sign&#10;&#10;AI-generated content may be incorrect.">
            <a:extLst>
              <a:ext uri="{FF2B5EF4-FFF2-40B4-BE49-F238E27FC236}">
                <a16:creationId xmlns:a16="http://schemas.microsoft.com/office/drawing/2014/main" id="{FE17D260-B5F7-1337-0028-EF764B016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04596"/>
            <a:ext cx="5294716" cy="244880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783DED65-8125-9F8D-D5AD-050FF0137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092084"/>
            <a:ext cx="5294715" cy="26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4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9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September 5 Update</vt:lpstr>
      <vt:lpstr>Derivation for the NVIDIA paper</vt:lpstr>
      <vt:lpstr>11B7T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6</cp:revision>
  <dcterms:created xsi:type="dcterms:W3CDTF">2025-09-01T16:45:13Z</dcterms:created>
  <dcterms:modified xsi:type="dcterms:W3CDTF">2025-09-05T17:00:48Z</dcterms:modified>
</cp:coreProperties>
</file>