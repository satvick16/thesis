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64" r:id="rId4"/>
    <p:sldId id="259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21E3-A188-E285-620D-CDB133033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DB9F7-670E-5864-D068-5D2A01B0C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4F5DB-A986-B33A-2670-4E44CBFD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B0778-4320-D39C-88EC-07AF71E0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80A6B-17E7-38C7-3D16-21076FEE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8698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2DD2-19FD-87AE-3A27-5036B2D9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0AAB-7F63-CE93-55EA-9B2C4508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D1B08-069F-89B1-E1AE-0C359B49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D12FC-9B33-3E79-525A-31B9673D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66F3C-59D2-CD98-420B-A712BDE8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211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885C-514F-4932-7718-B1E071E5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23937-8444-7E84-3ED5-A26656A21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4110F-FE03-3649-F764-33177563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D071F-740A-E93E-C36A-500E0857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336E4-C4A4-2149-9BC6-0D9F77BA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4837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1093-3720-7617-571E-2ABF9ED0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C10B4-EE62-6254-B41A-8984F8A3B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6E188-94BC-03C0-88AB-9C38FC120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0418D-D971-EC68-BE97-DD31AB19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A8565-BBAC-2AF3-4459-97DC7095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EC134-F605-FDB6-7085-7012E12C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36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212A-4C35-3AA7-16A2-F96F56BB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8E9C3-E7E3-2AD0-E8EA-F73213A3D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7CD9A-D468-5A24-A17C-62091170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93701-29D9-0E05-3CC8-C9076C428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BAE19-7939-47A2-4863-B8A7FDBB5F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80DA2-6B8D-122C-0487-761797123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888BB-8A65-5DE1-BAAF-420E5836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02E6B0-C949-85F6-CBD4-7BF3B31D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19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6931-5EE0-F0F8-B657-FDFBE68A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E5712-60CB-911C-7CDA-798FBF7A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12C98-439B-771E-30CF-041D41AD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A79BE-94F7-7ED8-6F2E-80AF52AE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87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D5FC2B-CF30-DC83-E1FE-0AD81058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91380-3235-67D3-42AA-E184B8ED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FF338-ADB7-21E1-4DCC-9ABA9679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05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FE6E-FBAB-23CF-9C8D-29504151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5BD0F-A819-B1CE-56D0-CE4CF466F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0D6A0-BACD-704C-31B4-9BFD59EE0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37FFC-4E4E-0ABC-6EB9-C9230F9A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51698-BF08-9396-AB3C-F9BC8D69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819C6-3B30-0F75-E1FA-D700C2596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827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6011-B8D8-2565-11E9-5BB31713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64560B-192A-6A32-C87A-0DBB75054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9FAAF-B2B8-9304-B5BE-9CE1F8B9A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63930-34B0-8F45-8934-6088F4E7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674E9-A564-F44E-9C00-6F3AD1AE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53B79-83D8-C359-85CA-5C248BCE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667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09AC-144F-1E6B-1781-3704C9ED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F2380-A239-7D40-20DB-742ADF0B4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CD77D-7F0C-0FA8-549B-961D6807C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A8C8D-2F4E-905F-A0E6-ED25AEA3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4733-B2FE-3B21-9B29-09938CD7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063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061D0-D7AE-D4D4-B07F-0493657DC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0154A-5497-97BC-2EE0-97564CC2B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D7830-8E3C-9113-93E3-1BC227F5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4B9F4-1351-CD7B-DD15-778D4B24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B1337-F813-741F-6738-57BBF3EC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C3BA86-C5AD-DE79-05BF-81478ED0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BB110-628E-7D08-ADF9-2320186B3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8A116-074F-1B06-C3A7-F586928631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50A47-100B-40CD-AAAE-18CBD7CA95E1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D3A7F-AF41-3A6D-E9E0-27228E9C1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B24DC-ADD0-8A57-2FB8-B1800CBC3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96696-5CCC-4193-B982-14AA93FC3A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891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5CF0-1B20-CF10-CD31-3E39E81F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 wrote a Python script to sweep values of Rh1 and Rh2 and provide pairs of values which satisfy both (1) cancellation and (2) termination criteria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9C43C-3507-6C23-FEFD-76D33223AF11}"/>
              </a:ext>
            </a:extLst>
          </p:cNvPr>
          <p:cNvSpPr txBox="1"/>
          <p:nvPr/>
        </p:nvSpPr>
        <p:spPr>
          <a:xfrm>
            <a:off x="700548" y="3429000"/>
            <a:ext cx="4935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Using the exact </a:t>
            </a:r>
            <a:r>
              <a:rPr lang="en-CA" dirty="0" err="1"/>
              <a:t>Rdrv</a:t>
            </a:r>
            <a:r>
              <a:rPr lang="en-CA" dirty="0"/>
              <a:t>/</a:t>
            </a:r>
            <a:r>
              <a:rPr lang="en-CA" dirty="0" err="1"/>
              <a:t>Rrep</a:t>
            </a:r>
            <a:r>
              <a:rPr lang="en-CA" dirty="0"/>
              <a:t> parameters from the paper, there are several pairs of Rh1, Rh2 values which satisfy cancellation, but none which yield a termination </a:t>
            </a:r>
            <a:r>
              <a:rPr lang="en-CA" dirty="0" err="1"/>
              <a:t>Rtx</a:t>
            </a:r>
            <a:r>
              <a:rPr lang="en-CA" dirty="0"/>
              <a:t> near 50.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28675-8475-D8AD-C146-BD11FB305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8" y="1978700"/>
            <a:ext cx="4849949" cy="464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60A0-DC5B-6F19-2BE8-12C89050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 adjusted my </a:t>
            </a:r>
            <a:r>
              <a:rPr lang="en-CA" dirty="0" err="1"/>
              <a:t>Rdrv</a:t>
            </a:r>
            <a:r>
              <a:rPr lang="en-CA" dirty="0"/>
              <a:t> and </a:t>
            </a:r>
            <a:r>
              <a:rPr lang="en-CA" dirty="0" err="1"/>
              <a:t>Rrep</a:t>
            </a:r>
            <a:r>
              <a:rPr lang="en-CA" dirty="0"/>
              <a:t> and sized the CMOS inverters using the parameters from the 45nm BSIM4 files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9561EA-E68B-F584-F7E3-D1230B96D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696" y="2324494"/>
            <a:ext cx="30480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E277A-C4B0-98B4-48B5-07A84696810B}"/>
              </a:ext>
            </a:extLst>
          </p:cNvPr>
          <p:cNvSpPr txBox="1"/>
          <p:nvPr/>
        </p:nvSpPr>
        <p:spPr>
          <a:xfrm>
            <a:off x="1217006" y="3653283"/>
            <a:ext cx="2025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Driver: Ron = 50</a:t>
            </a:r>
          </a:p>
          <a:p>
            <a:r>
              <a:rPr lang="en-CA" dirty="0"/>
              <a:t>Replica: Ron = 100</a:t>
            </a:r>
            <a:endParaRPr lang="en-CA" b="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C8E69-DBC5-D622-7801-C60EC879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013" y="1930492"/>
            <a:ext cx="5832863" cy="23691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A19A98-94AD-62C6-A83E-5AE134D8F4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01"/>
          <a:stretch>
            <a:fillRect/>
          </a:stretch>
        </p:blipFill>
        <p:spPr>
          <a:xfrm>
            <a:off x="838200" y="4729951"/>
            <a:ext cx="4072889" cy="14423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82548D-6CD4-DE5B-C441-C71949D47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013" y="4409369"/>
            <a:ext cx="5439573" cy="208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67E17-4B17-60F0-0027-9AF16DBD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 recalculated the required Rh1 and Rh2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60151-10F2-A715-3DF6-A8D786B93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49" y="1936820"/>
            <a:ext cx="4124901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0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61E6-832F-3304-C00B-EED0B649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 converted the differential s4p file into a single-ended s2p file using MATLAB and extracted </a:t>
            </a:r>
            <a:r>
              <a:rPr lang="en-CA" dirty="0" err="1"/>
              <a:t>Rch</a:t>
            </a:r>
            <a:r>
              <a:rPr lang="en-CA" dirty="0"/>
              <a:t> using a DC stimulus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C31526-20B3-8B2D-64AB-F69ED9C3A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903" y="2674147"/>
            <a:ext cx="4803467" cy="2851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BFCD51-322D-92CF-D366-E2F9A4DA3A75}"/>
              </a:ext>
            </a:extLst>
          </p:cNvPr>
          <p:cNvSpPr txBox="1"/>
          <p:nvPr/>
        </p:nvSpPr>
        <p:spPr>
          <a:xfrm>
            <a:off x="928276" y="3059855"/>
            <a:ext cx="4091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/>
              <a:t>Rch</a:t>
            </a:r>
            <a:r>
              <a:rPr lang="en-CA" b="1" dirty="0"/>
              <a:t> = 53</a:t>
            </a:r>
          </a:p>
          <a:p>
            <a:r>
              <a:rPr lang="en-CA" dirty="0"/>
              <a:t>(paper: 21.5)</a:t>
            </a:r>
          </a:p>
          <a:p>
            <a:endParaRPr lang="en-CA" dirty="0"/>
          </a:p>
          <a:p>
            <a:r>
              <a:rPr lang="en-CA" dirty="0"/>
              <a:t>Seems plausible since this file is for a long reach channel instead of a die-to-die link</a:t>
            </a:r>
          </a:p>
        </p:txBody>
      </p:sp>
    </p:spTree>
    <p:extLst>
      <p:ext uri="{BB962C8B-B14F-4D97-AF65-F5344CB8AC3E}">
        <p14:creationId xmlns:p14="http://schemas.microsoft.com/office/powerpoint/2010/main" val="231905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66A33-1A00-10AE-143D-A8ACED7A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Zeroing out the signal on the other side of the channel: </a:t>
            </a:r>
            <a:r>
              <a:rPr lang="en-CA" dirty="0" err="1"/>
              <a:t>Vdrv</a:t>
            </a:r>
            <a:r>
              <a:rPr lang="en-CA" dirty="0"/>
              <a:t> and </a:t>
            </a:r>
            <a:r>
              <a:rPr lang="en-CA" dirty="0" err="1"/>
              <a:t>Vrep</a:t>
            </a:r>
            <a:r>
              <a:rPr lang="en-CA" dirty="0"/>
              <a:t> are complements and </a:t>
            </a:r>
            <a:r>
              <a:rPr lang="en-CA" dirty="0" err="1"/>
              <a:t>Vrx</a:t>
            </a:r>
            <a:r>
              <a:rPr lang="en-CA" dirty="0"/>
              <a:t> has low ripple, therefore cancellation is satisfied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5F3B2-E1F7-636C-E6D3-526E7446D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7753"/>
            <a:ext cx="12192000" cy="45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25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EAD9-1EFB-2AEB-1654-8C2A3D77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With voltage stimulus from both ends activated, </a:t>
            </a:r>
            <a:r>
              <a:rPr lang="en-CA" dirty="0" err="1"/>
              <a:t>Vpad</a:t>
            </a:r>
            <a:r>
              <a:rPr lang="en-CA" dirty="0"/>
              <a:t> is supposed to look like a PAM3 signal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0FAF3-1DB2-735A-9671-04E6938C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625"/>
          <a:stretch>
            <a:fillRect/>
          </a:stretch>
        </p:blipFill>
        <p:spPr>
          <a:xfrm>
            <a:off x="3282121" y="1690688"/>
            <a:ext cx="5627757" cy="2694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E77F93-1832-8FA3-0A1C-A0DE07935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74" y="4768645"/>
            <a:ext cx="11086707" cy="17389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744EE2-34BD-DB9E-D20B-348C1B7C7672}"/>
              </a:ext>
            </a:extLst>
          </p:cNvPr>
          <p:cNvSpPr txBox="1"/>
          <p:nvPr/>
        </p:nvSpPr>
        <p:spPr>
          <a:xfrm>
            <a:off x="9468466" y="2310581"/>
            <a:ext cx="20530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Is the outbound signal being attenuated to the point where is disappears at the end of the channel?</a:t>
            </a:r>
          </a:p>
        </p:txBody>
      </p:sp>
    </p:spTree>
    <p:extLst>
      <p:ext uri="{BB962C8B-B14F-4D97-AF65-F5344CB8AC3E}">
        <p14:creationId xmlns:p14="http://schemas.microsoft.com/office/powerpoint/2010/main" val="365294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B3AF-3DC9-EB64-72BB-A55227AE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Voltage stimulus at opposite side of channel set to zero again: </a:t>
            </a:r>
            <a:r>
              <a:rPr lang="en-CA" dirty="0" err="1"/>
              <a:t>Vpad</a:t>
            </a:r>
            <a:r>
              <a:rPr lang="en-CA" dirty="0"/>
              <a:t> on other side of channel is basically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29A36-05E0-4D04-8C23-D152C4EF5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9639"/>
            <a:ext cx="12192000" cy="431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02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229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 wrote a Python script to sweep values of Rh1 and Rh2 and provide pairs of values which satisfy both (1) cancellation and (2) termination criteria</vt:lpstr>
      <vt:lpstr>I adjusted my Rdrv and Rrep and sized the CMOS inverters using the parameters from the 45nm BSIM4 files</vt:lpstr>
      <vt:lpstr>I recalculated the required Rh1 and Rh2 values</vt:lpstr>
      <vt:lpstr>I converted the differential s4p file into a single-ended s2p file using MATLAB and extracted Rch using a DC stimulus</vt:lpstr>
      <vt:lpstr>Zeroing out the signal on the other side of the channel: Vdrv and Vrep are complements and Vrx has low ripple, therefore cancellation is satisfied</vt:lpstr>
      <vt:lpstr>With voltage stimulus from both ends activated, Vpad is supposed to look like a PAM3 signal</vt:lpstr>
      <vt:lpstr>Voltage stimulus at opposite side of channel set to zero again: Vpad on other side of channel is basically 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56</cp:revision>
  <dcterms:created xsi:type="dcterms:W3CDTF">2025-11-08T03:05:33Z</dcterms:created>
  <dcterms:modified xsi:type="dcterms:W3CDTF">2025-11-12T19:38:38Z</dcterms:modified>
</cp:coreProperties>
</file>