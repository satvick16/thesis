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9" r:id="rId5"/>
    <p:sldId id="258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6233D-EAF5-40E4-85BD-EF397C39C3D4}" v="2" dt="2025-06-24T23:04:27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vick Acharya" userId="a00e4e53-5b6d-42ea-ad54-375a203bfb70" providerId="ADAL" clId="{72D6233D-EAF5-40E4-85BD-EF397C39C3D4}"/>
    <pc:docChg chg="undo redo custSel addSld delSld modSld sldOrd">
      <pc:chgData name="Satvick Acharya" userId="a00e4e53-5b6d-42ea-ad54-375a203bfb70" providerId="ADAL" clId="{72D6233D-EAF5-40E4-85BD-EF397C39C3D4}" dt="2025-06-27T18:51:44.502" v="1774" actId="20577"/>
      <pc:docMkLst>
        <pc:docMk/>
      </pc:docMkLst>
      <pc:sldChg chg="modSp mod">
        <pc:chgData name="Satvick Acharya" userId="a00e4e53-5b6d-42ea-ad54-375a203bfb70" providerId="ADAL" clId="{72D6233D-EAF5-40E4-85BD-EF397C39C3D4}" dt="2025-06-27T18:48:13.916" v="1773" actId="20577"/>
        <pc:sldMkLst>
          <pc:docMk/>
          <pc:sldMk cId="3313411803" sldId="256"/>
        </pc:sldMkLst>
        <pc:spChg chg="mod">
          <ac:chgData name="Satvick Acharya" userId="a00e4e53-5b6d-42ea-ad54-375a203bfb70" providerId="ADAL" clId="{72D6233D-EAF5-40E4-85BD-EF397C39C3D4}" dt="2025-06-27T18:48:13.916" v="1773" actId="20577"/>
          <ac:spMkLst>
            <pc:docMk/>
            <pc:sldMk cId="3313411803" sldId="256"/>
            <ac:spMk id="3" creationId="{BA3E2B11-DD68-4122-FBF6-A4A7920F72DD}"/>
          </ac:spMkLst>
        </pc:spChg>
      </pc:sldChg>
      <pc:sldChg chg="modSp mod">
        <pc:chgData name="Satvick Acharya" userId="a00e4e53-5b6d-42ea-ad54-375a203bfb70" providerId="ADAL" clId="{72D6233D-EAF5-40E4-85BD-EF397C39C3D4}" dt="2025-06-27T18:51:44.502" v="1774" actId="20577"/>
        <pc:sldMkLst>
          <pc:docMk/>
          <pc:sldMk cId="973550746" sldId="257"/>
        </pc:sldMkLst>
        <pc:spChg chg="mod">
          <ac:chgData name="Satvick Acharya" userId="a00e4e53-5b6d-42ea-ad54-375a203bfb70" providerId="ADAL" clId="{72D6233D-EAF5-40E4-85BD-EF397C39C3D4}" dt="2025-06-27T18:51:44.502" v="1774" actId="20577"/>
          <ac:spMkLst>
            <pc:docMk/>
            <pc:sldMk cId="973550746" sldId="257"/>
            <ac:spMk id="3" creationId="{C2FDC450-96E4-CC2C-F838-479236CD8062}"/>
          </ac:spMkLst>
        </pc:spChg>
      </pc:sldChg>
      <pc:sldChg chg="modSp mod ord">
        <pc:chgData name="Satvick Acharya" userId="a00e4e53-5b6d-42ea-ad54-375a203bfb70" providerId="ADAL" clId="{72D6233D-EAF5-40E4-85BD-EF397C39C3D4}" dt="2025-06-25T22:35:56.536" v="1220" actId="20577"/>
        <pc:sldMkLst>
          <pc:docMk/>
          <pc:sldMk cId="778770637" sldId="258"/>
        </pc:sldMkLst>
        <pc:spChg chg="mod">
          <ac:chgData name="Satvick Acharya" userId="a00e4e53-5b6d-42ea-ad54-375a203bfb70" providerId="ADAL" clId="{72D6233D-EAF5-40E4-85BD-EF397C39C3D4}" dt="2025-06-25T22:35:56.536" v="1220" actId="20577"/>
          <ac:spMkLst>
            <pc:docMk/>
            <pc:sldMk cId="778770637" sldId="258"/>
            <ac:spMk id="3" creationId="{69A7E871-10E0-6007-2279-2C1A19A31BB5}"/>
          </ac:spMkLst>
        </pc:spChg>
      </pc:sldChg>
      <pc:sldChg chg="modSp mod">
        <pc:chgData name="Satvick Acharya" userId="a00e4e53-5b6d-42ea-ad54-375a203bfb70" providerId="ADAL" clId="{72D6233D-EAF5-40E4-85BD-EF397C39C3D4}" dt="2025-06-24T23:25:29.658" v="429" actId="20577"/>
        <pc:sldMkLst>
          <pc:docMk/>
          <pc:sldMk cId="3241113008" sldId="259"/>
        </pc:sldMkLst>
        <pc:spChg chg="mod">
          <ac:chgData name="Satvick Acharya" userId="a00e4e53-5b6d-42ea-ad54-375a203bfb70" providerId="ADAL" clId="{72D6233D-EAF5-40E4-85BD-EF397C39C3D4}" dt="2025-06-24T23:25:29.658" v="429" actId="20577"/>
          <ac:spMkLst>
            <pc:docMk/>
            <pc:sldMk cId="3241113008" sldId="259"/>
            <ac:spMk id="2" creationId="{BCC6476B-E94A-005B-8675-4139AA8AD3BE}"/>
          </ac:spMkLst>
        </pc:spChg>
        <pc:spChg chg="mod">
          <ac:chgData name="Satvick Acharya" userId="a00e4e53-5b6d-42ea-ad54-375a203bfb70" providerId="ADAL" clId="{72D6233D-EAF5-40E4-85BD-EF397C39C3D4}" dt="2025-06-24T23:25:06.112" v="416" actId="20577"/>
          <ac:spMkLst>
            <pc:docMk/>
            <pc:sldMk cId="3241113008" sldId="259"/>
            <ac:spMk id="3" creationId="{1AFBE777-FF4C-FE09-8D22-FE6C207F2FEE}"/>
          </ac:spMkLst>
        </pc:spChg>
      </pc:sldChg>
      <pc:sldChg chg="modSp del mod">
        <pc:chgData name="Satvick Acharya" userId="a00e4e53-5b6d-42ea-ad54-375a203bfb70" providerId="ADAL" clId="{72D6233D-EAF5-40E4-85BD-EF397C39C3D4}" dt="2025-06-24T23:04:39.977" v="41" actId="47"/>
        <pc:sldMkLst>
          <pc:docMk/>
          <pc:sldMk cId="3706280563" sldId="260"/>
        </pc:sldMkLst>
      </pc:sldChg>
      <pc:sldChg chg="add del">
        <pc:chgData name="Satvick Acharya" userId="a00e4e53-5b6d-42ea-ad54-375a203bfb70" providerId="ADAL" clId="{72D6233D-EAF5-40E4-85BD-EF397C39C3D4}" dt="2025-06-24T23:04:34.259" v="39" actId="47"/>
        <pc:sldMkLst>
          <pc:docMk/>
          <pc:sldMk cId="3564335176" sldId="261"/>
        </pc:sldMkLst>
      </pc:sldChg>
      <pc:sldChg chg="modSp new del mod">
        <pc:chgData name="Satvick Acharya" userId="a00e4e53-5b6d-42ea-ad54-375a203bfb70" providerId="ADAL" clId="{72D6233D-EAF5-40E4-85BD-EF397C39C3D4}" dt="2025-06-24T23:06:55.666" v="127" actId="47"/>
        <pc:sldMkLst>
          <pc:docMk/>
          <pc:sldMk cId="1839710516" sldId="262"/>
        </pc:sldMkLst>
      </pc:sldChg>
      <pc:sldChg chg="addSp delSp modSp new mod">
        <pc:chgData name="Satvick Acharya" userId="a00e4e53-5b6d-42ea-ad54-375a203bfb70" providerId="ADAL" clId="{72D6233D-EAF5-40E4-85BD-EF397C39C3D4}" dt="2025-06-27T14:45:17.567" v="1715" actId="20577"/>
        <pc:sldMkLst>
          <pc:docMk/>
          <pc:sldMk cId="3982925014" sldId="263"/>
        </pc:sldMkLst>
        <pc:spChg chg="mod">
          <ac:chgData name="Satvick Acharya" userId="a00e4e53-5b6d-42ea-ad54-375a203bfb70" providerId="ADAL" clId="{72D6233D-EAF5-40E4-85BD-EF397C39C3D4}" dt="2025-06-24T23:06:47.427" v="125" actId="20577"/>
          <ac:spMkLst>
            <pc:docMk/>
            <pc:sldMk cId="3982925014" sldId="263"/>
            <ac:spMk id="2" creationId="{33F70F81-BAFF-7FDA-B654-3B86CAFA63FD}"/>
          </ac:spMkLst>
        </pc:spChg>
        <pc:spChg chg="mod">
          <ac:chgData name="Satvick Acharya" userId="a00e4e53-5b6d-42ea-ad54-375a203bfb70" providerId="ADAL" clId="{72D6233D-EAF5-40E4-85BD-EF397C39C3D4}" dt="2025-06-27T14:45:17.567" v="1715" actId="20577"/>
          <ac:spMkLst>
            <pc:docMk/>
            <pc:sldMk cId="3982925014" sldId="263"/>
            <ac:spMk id="3" creationId="{490E96F6-3F0D-B492-741B-D0626446F1D9}"/>
          </ac:spMkLst>
        </pc:spChg>
        <pc:picChg chg="add mod">
          <ac:chgData name="Satvick Acharya" userId="a00e4e53-5b6d-42ea-ad54-375a203bfb70" providerId="ADAL" clId="{72D6233D-EAF5-40E4-85BD-EF397C39C3D4}" dt="2025-06-24T23:17:16.192" v="396" actId="1076"/>
          <ac:picMkLst>
            <pc:docMk/>
            <pc:sldMk cId="3982925014" sldId="263"/>
            <ac:picMk id="5" creationId="{56BA54A0-3A66-FC3F-AB6C-88395C5221EA}"/>
          </ac:picMkLst>
        </pc:picChg>
        <pc:picChg chg="add mod modCrop">
          <ac:chgData name="Satvick Acharya" userId="a00e4e53-5b6d-42ea-ad54-375a203bfb70" providerId="ADAL" clId="{72D6233D-EAF5-40E4-85BD-EF397C39C3D4}" dt="2025-06-24T23:17:13.409" v="395" actId="1076"/>
          <ac:picMkLst>
            <pc:docMk/>
            <pc:sldMk cId="3982925014" sldId="263"/>
            <ac:picMk id="13" creationId="{C236BDCA-0422-7D5C-7D5A-DB295F96170D}"/>
          </ac:picMkLst>
        </pc:picChg>
        <pc:picChg chg="add mod">
          <ac:chgData name="Satvick Acharya" userId="a00e4e53-5b6d-42ea-ad54-375a203bfb70" providerId="ADAL" clId="{72D6233D-EAF5-40E4-85BD-EF397C39C3D4}" dt="2025-06-24T23:17:11.925" v="394" actId="1076"/>
          <ac:picMkLst>
            <pc:docMk/>
            <pc:sldMk cId="3982925014" sldId="263"/>
            <ac:picMk id="15" creationId="{2A89EC28-031E-924E-30B8-643743AF9A4A}"/>
          </ac:picMkLst>
        </pc:picChg>
      </pc:sldChg>
      <pc:sldChg chg="add del">
        <pc:chgData name="Satvick Acharya" userId="a00e4e53-5b6d-42ea-ad54-375a203bfb70" providerId="ADAL" clId="{72D6233D-EAF5-40E4-85BD-EF397C39C3D4}" dt="2025-06-24T23:04:53.413" v="45" actId="47"/>
        <pc:sldMkLst>
          <pc:docMk/>
          <pc:sldMk cId="4228640884" sldId="263"/>
        </pc:sldMkLst>
      </pc:sldChg>
      <pc:sldChg chg="modSp new mod">
        <pc:chgData name="Satvick Acharya" userId="a00e4e53-5b6d-42ea-ad54-375a203bfb70" providerId="ADAL" clId="{72D6233D-EAF5-40E4-85BD-EF397C39C3D4}" dt="2025-06-27T14:44:40.522" v="1697" actId="20577"/>
        <pc:sldMkLst>
          <pc:docMk/>
          <pc:sldMk cId="244798820" sldId="264"/>
        </pc:sldMkLst>
        <pc:spChg chg="mod">
          <ac:chgData name="Satvick Acharya" userId="a00e4e53-5b6d-42ea-ad54-375a203bfb70" providerId="ADAL" clId="{72D6233D-EAF5-40E4-85BD-EF397C39C3D4}" dt="2025-06-24T23:13:27.002" v="297" actId="20577"/>
          <ac:spMkLst>
            <pc:docMk/>
            <pc:sldMk cId="244798820" sldId="264"/>
            <ac:spMk id="2" creationId="{1B767826-9FC3-89D8-6AB1-279531C3C5D7}"/>
          </ac:spMkLst>
        </pc:spChg>
        <pc:spChg chg="mod">
          <ac:chgData name="Satvick Acharya" userId="a00e4e53-5b6d-42ea-ad54-375a203bfb70" providerId="ADAL" clId="{72D6233D-EAF5-40E4-85BD-EF397C39C3D4}" dt="2025-06-27T14:44:40.522" v="1697" actId="20577"/>
          <ac:spMkLst>
            <pc:docMk/>
            <pc:sldMk cId="244798820" sldId="264"/>
            <ac:spMk id="3" creationId="{3D382635-E2AD-1F2F-2B1A-8CF0EEC82A40}"/>
          </ac:spMkLst>
        </pc:spChg>
      </pc:sldChg>
      <pc:sldChg chg="addSp modSp new mod">
        <pc:chgData name="Satvick Acharya" userId="a00e4e53-5b6d-42ea-ad54-375a203bfb70" providerId="ADAL" clId="{72D6233D-EAF5-40E4-85BD-EF397C39C3D4}" dt="2025-06-27T14:44:44.521" v="1701" actId="20577"/>
        <pc:sldMkLst>
          <pc:docMk/>
          <pc:sldMk cId="1731823982" sldId="265"/>
        </pc:sldMkLst>
        <pc:spChg chg="mod">
          <ac:chgData name="Satvick Acharya" userId="a00e4e53-5b6d-42ea-ad54-375a203bfb70" providerId="ADAL" clId="{72D6233D-EAF5-40E4-85BD-EF397C39C3D4}" dt="2025-06-26T12:43:30.591" v="1297" actId="20577"/>
          <ac:spMkLst>
            <pc:docMk/>
            <pc:sldMk cId="1731823982" sldId="265"/>
            <ac:spMk id="2" creationId="{43E5E6AF-F821-6AC6-04CC-5CC67963279B}"/>
          </ac:spMkLst>
        </pc:spChg>
        <pc:spChg chg="mod">
          <ac:chgData name="Satvick Acharya" userId="a00e4e53-5b6d-42ea-ad54-375a203bfb70" providerId="ADAL" clId="{72D6233D-EAF5-40E4-85BD-EF397C39C3D4}" dt="2025-06-27T14:44:44.521" v="1701" actId="20577"/>
          <ac:spMkLst>
            <pc:docMk/>
            <pc:sldMk cId="1731823982" sldId="265"/>
            <ac:spMk id="3" creationId="{8B34C624-5FE4-0818-7E9F-CAA6EDB4A373}"/>
          </ac:spMkLst>
        </pc:spChg>
        <pc:picChg chg="add mod">
          <ac:chgData name="Satvick Acharya" userId="a00e4e53-5b6d-42ea-ad54-375a203bfb70" providerId="ADAL" clId="{72D6233D-EAF5-40E4-85BD-EF397C39C3D4}" dt="2025-06-26T12:46:46.078" v="1687" actId="14100"/>
          <ac:picMkLst>
            <pc:docMk/>
            <pc:sldMk cId="1731823982" sldId="265"/>
            <ac:picMk id="5" creationId="{3403E297-2EF6-3AD1-3B8F-20DDE50E623D}"/>
          </ac:picMkLst>
        </pc:picChg>
      </pc:sldChg>
      <pc:sldChg chg="modSp new mod">
        <pc:chgData name="Satvick Acharya" userId="a00e4e53-5b6d-42ea-ad54-375a203bfb70" providerId="ADAL" clId="{72D6233D-EAF5-40E4-85BD-EF397C39C3D4}" dt="2025-06-27T14:52:29.014" v="1772" actId="20577"/>
        <pc:sldMkLst>
          <pc:docMk/>
          <pc:sldMk cId="2784450630" sldId="266"/>
        </pc:sldMkLst>
        <pc:spChg chg="mod">
          <ac:chgData name="Satvick Acharya" userId="a00e4e53-5b6d-42ea-ad54-375a203bfb70" providerId="ADAL" clId="{72D6233D-EAF5-40E4-85BD-EF397C39C3D4}" dt="2025-06-27T14:52:29.014" v="1772" actId="20577"/>
          <ac:spMkLst>
            <pc:docMk/>
            <pc:sldMk cId="2784450630" sldId="266"/>
            <ac:spMk id="3" creationId="{7549A939-EA1F-5C0B-CBB9-CA97EAD589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AB74D-0F90-131A-3CC8-943101ECA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291C9-816C-82AB-7831-2543EA77E6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62A59-C09C-5192-8E7B-7DC3EF098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EBB9C-E921-D554-60C0-361552B8D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8CE0E-EFBD-F3CA-144A-C8D6246F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64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A480-AC04-A7B9-689D-2E8535B18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8F203-17A6-99D6-A2E7-E70EEA471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E9B8-AC18-36B2-376D-31DB19BF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B82F7-9C78-BA24-4E2D-C3F88AB2E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7275A-9B83-BCA0-4360-23CB2CE84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26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34B8C-3087-2308-C2F9-4C3D7C060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1E3BC-FD95-2A96-70FC-7B22C206F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9A054-73D2-FE98-E589-AAE70F328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339AB-0728-B86C-CD5A-BC1B0E8E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ABBD3-9B02-114E-E00D-1754422F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728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379B-F373-0CF7-142B-1CF178E8D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1A8E1-1113-5D79-5EE0-578F2491B0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C99F46-F453-F3DD-F659-C47B945A5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25219-C3F7-B114-4CA3-BD731EDE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E66743-7AAD-1340-E903-6922F4EC9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368BC-98BC-A634-3690-9748CE1B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27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D26AF-A50F-83F4-ADF7-91453C903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AC2EA-4015-9459-86E1-7715ED476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0C3E78-2814-2CC7-033E-F29F9D33E8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4A8F79-5485-CE17-EB5F-AE58CB976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4A5AE7-F6FD-7BFE-0DB4-3B0AA9368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9A0545-74E2-CBE2-580D-6657F1935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80BB14-91BD-AC93-1A2C-6ABF63FE6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ACC18A-15C0-DA6C-DE91-7197942B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92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D4F9-6855-3C36-1381-645E025E0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8CEB3-A0AB-BEB1-5A65-6F18EAE6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E9A268-3BDD-4104-6B38-B860F8663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5A216-032B-ADBF-410C-14DACC40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05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FBA3C0-AD61-0A8F-454F-E67D6C9C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7D131E-1BB6-0582-4A93-1289667C0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F6057-BEA1-7C51-4DE6-53949A73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24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1062D-5250-A90A-D1A8-7C3D97EB3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BA222-1DEA-9A55-8A5C-E37BB764D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EBE86-0690-7036-FAB5-4B9CE74CE4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4B75F-8786-086A-811C-5C8242F4D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B6FDD-1362-5BF4-85E9-8E31ABAFF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7698F-F2B2-BEBE-FF5E-8BA919CCD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98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F7FD-27D3-4E50-DDE1-466E303D5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6457A-25B2-6A8B-5BE0-FB712D8E9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2B89C-25A8-7BDE-7225-1B73C346C9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02F93B-855B-79D2-2B2F-5FBB63FD3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79AE3-ED10-0E8B-53A9-DBD3F9450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A9361-9FC8-F651-7B7A-3886125A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650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EE809-678F-13E7-1EDE-CEAD4A11E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17CD3-75DB-E4EB-655A-7320099EE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891D1-6ECD-19FF-47DD-EDA846ABF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F8DF0-52DF-AF87-ACA1-9BB4053A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A4190-D48A-E253-C2A1-3467131F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7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1624AA-B525-6F12-B10A-504F1B8B5B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986B6-6427-6C9D-0604-D17E27E1E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63C44-8373-6BDA-57B8-83881D7D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D1B62-E8F1-CCAD-67DA-7A71B48F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812D-B798-229F-E81D-DBEE34F49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76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B707D-A023-5150-E1FC-81B08A60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38F5A9-DEA4-11BA-1A8E-7EC0F01B3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3D856-0889-ADFD-70B4-EEEAE1F64B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94A93-B6B3-40FE-BDF7-9F8EC544CA0D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9CAE7-E5FC-B5EC-F4AD-B114FF5D18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84AD4-930D-F57C-FCFF-022A6BB3C5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1CB972-0FF3-45D9-AEEF-202404537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639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C5A91-CB2B-E972-1656-3175DBF060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Die-to-die interconnect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E2B11-DD68-4122-FBF6-A4A7920F72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1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16064-FCE0-4079-AF03-8322911E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9A939-EA1F-5C0B-CBB9-CA97EAD58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  <a:p>
            <a:r>
              <a:rPr lang="en-US" dirty="0"/>
              <a:t>D2D vs C2C</a:t>
            </a:r>
          </a:p>
          <a:p>
            <a:r>
              <a:rPr lang="en-US" dirty="0"/>
              <a:t>Signaling schemes</a:t>
            </a:r>
          </a:p>
          <a:p>
            <a:r>
              <a:rPr lang="en-US" dirty="0"/>
              <a:t>Trends</a:t>
            </a:r>
          </a:p>
          <a:p>
            <a:r>
              <a:rPr lang="en-US" dirty="0"/>
              <a:t>Ideas</a:t>
            </a:r>
          </a:p>
        </p:txBody>
      </p:sp>
    </p:spTree>
    <p:extLst>
      <p:ext uri="{BB962C8B-B14F-4D97-AF65-F5344CB8AC3E}">
        <p14:creationId xmlns:p14="http://schemas.microsoft.com/office/powerpoint/2010/main" val="2784450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5BA5-E648-A3E1-13EE-3CB1F39C2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DC450-96E4-CC2C-F838-479236CD8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Yield</a:t>
            </a:r>
          </a:p>
          <a:p>
            <a:r>
              <a:rPr lang="en-US" dirty="0" err="1"/>
              <a:t>Chiplets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55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476B-E94A-005B-8675-4139AA8AD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D2D vs. C2C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BE777-FF4C-FE09-8D22-FE6C207F2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/>
                </a:solidFill>
              </a:rPr>
              <a:t>Insertion loss</a:t>
            </a:r>
          </a:p>
          <a:p>
            <a:r>
              <a:rPr lang="en-US" dirty="0">
                <a:solidFill>
                  <a:srgbClr val="FF0000"/>
                </a:solidFill>
              </a:rPr>
              <a:t>Echo</a:t>
            </a:r>
          </a:p>
          <a:p>
            <a:r>
              <a:rPr lang="en-US" dirty="0">
                <a:solidFill>
                  <a:srgbClr val="FF0000"/>
                </a:solidFill>
              </a:rPr>
              <a:t>Reflections</a:t>
            </a:r>
          </a:p>
          <a:p>
            <a:r>
              <a:rPr lang="en-US" dirty="0">
                <a:solidFill>
                  <a:srgbClr val="FF0000"/>
                </a:solidFill>
              </a:rPr>
              <a:t>Crosstalk</a:t>
            </a:r>
          </a:p>
          <a:p>
            <a:r>
              <a:rPr lang="en-US" dirty="0"/>
              <a:t>Clocking</a:t>
            </a:r>
          </a:p>
          <a:p>
            <a:r>
              <a:rPr lang="en-US" dirty="0"/>
              <a:t>Equalization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7CFB1-08C6-44D3-09A8-5FEABB7E9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379" y="2219870"/>
            <a:ext cx="6544588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11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5E41-1A26-CD55-0514-FBC11D26C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Signaling schemes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7E871-10E0-6007-2279-2C1A19A31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Differential vs. single-ended</a:t>
            </a:r>
          </a:p>
          <a:p>
            <a:r>
              <a:rPr lang="en-US" dirty="0"/>
              <a:t>PAM4 vs. NRZ</a:t>
            </a:r>
          </a:p>
          <a:p>
            <a:r>
              <a:rPr lang="en-US" dirty="0"/>
              <a:t>Unidirectional vs. simultaneous bidirectional</a:t>
            </a:r>
          </a:p>
        </p:txBody>
      </p:sp>
    </p:spTree>
    <p:extLst>
      <p:ext uri="{BB962C8B-B14F-4D97-AF65-F5344CB8AC3E}">
        <p14:creationId xmlns:p14="http://schemas.microsoft.com/office/powerpoint/2010/main" val="778770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0F81-BAFF-7FDA-B654-3B86CAFA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E96F6-3F0D-B492-741B-D0626446F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reference switching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Delay matching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Kickback noise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Digital delay</a:t>
            </a:r>
          </a:p>
          <a:p>
            <a:r>
              <a:rPr lang="en-US" dirty="0"/>
              <a:t>R-gm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Component matching and PVT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Gm linearity</a:t>
            </a:r>
          </a:p>
          <a:p>
            <a:r>
              <a:rPr lang="en-US" dirty="0"/>
              <a:t>Replica driver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Matching replica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Power, area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BA54A0-3A66-FC3F-AB6C-88395C522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6280" y="365125"/>
            <a:ext cx="2323738" cy="17642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236BDCA-0422-7D5C-7D5A-DB295F9617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1"/>
          <a:stretch/>
        </p:blipFill>
        <p:spPr>
          <a:xfrm>
            <a:off x="7686323" y="2604972"/>
            <a:ext cx="2863653" cy="16480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A89EC28-031E-924E-30B8-643743AF9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832" y="4844820"/>
            <a:ext cx="312463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2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67826-9FC3-89D8-6AB1-279531C3C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82635-E2AD-1F2F-2B1A-8CF0EEC82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1) Pre-boot/adaptive replica driver tuning</a:t>
            </a:r>
          </a:p>
          <a:p>
            <a:pPr lvl="1"/>
            <a:r>
              <a:rPr lang="en-US" dirty="0"/>
              <a:t>Send and sample a test signal</a:t>
            </a:r>
          </a:p>
          <a:p>
            <a:pPr lvl="1"/>
            <a:r>
              <a:rPr lang="en-US" dirty="0"/>
              <a:t>Learn impedance properties of channel</a:t>
            </a:r>
          </a:p>
          <a:p>
            <a:pPr lvl="1"/>
            <a:r>
              <a:rPr lang="en-US" dirty="0"/>
              <a:t>Adjust replica driver accordingly</a:t>
            </a:r>
          </a:p>
        </p:txBody>
      </p:sp>
    </p:spTree>
    <p:extLst>
      <p:ext uri="{BB962C8B-B14F-4D97-AF65-F5344CB8AC3E}">
        <p14:creationId xmlns:p14="http://schemas.microsoft.com/office/powerpoint/2010/main" val="24479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5E6AF-F821-6AC6-04CC-5CC679632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4C624-5FE4-0818-7E9F-CAA6EDB4A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2) SBD + PAM4</a:t>
            </a:r>
          </a:p>
          <a:p>
            <a:pPr lvl="1"/>
            <a:r>
              <a:rPr lang="en-US" dirty="0"/>
              <a:t>PAM4 is useful for:</a:t>
            </a:r>
          </a:p>
          <a:p>
            <a:pPr lvl="2"/>
            <a:r>
              <a:rPr lang="en-US" dirty="0"/>
              <a:t>Channel loss over 20 dB at one-half bit rate</a:t>
            </a:r>
          </a:p>
          <a:p>
            <a:pPr lvl="2"/>
            <a:r>
              <a:rPr lang="en-US" dirty="0"/>
              <a:t>Channel discontinuity causing insertion loss notch </a:t>
            </a:r>
          </a:p>
          <a:p>
            <a:pPr lvl="3"/>
            <a:r>
              <a:rPr lang="en-US" dirty="0"/>
              <a:t>Both mitigated using dense D2D and shorter channels, but some applications may still have long/lossy channels</a:t>
            </a:r>
          </a:p>
          <a:p>
            <a:pPr lvl="1"/>
            <a:r>
              <a:rPr lang="en-US" dirty="0"/>
              <a:t>PAM4 pitfalls in D2D</a:t>
            </a:r>
          </a:p>
          <a:p>
            <a:pPr lvl="2"/>
            <a:r>
              <a:rPr lang="en-US" dirty="0"/>
              <a:t>Amplitude, timing margin, linear drive impedance, linear amplifier, clocking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3E297-2EF6-3AD1-3B8F-20DDE50E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131" y="215409"/>
            <a:ext cx="1728160" cy="278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2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747bccc-1f7a-43de-9506-0ef23dd23464}" enabled="1" method="Privileged" siteId="{98e9ba89-e1a1-4e38-9007-8bdabc25de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1243</TotalTime>
  <Words>149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Die-to-die interconnect</vt:lpstr>
      <vt:lpstr>PowerPoint Presentation</vt:lpstr>
      <vt:lpstr>Motivation</vt:lpstr>
      <vt:lpstr>D2D vs. C2C</vt:lpstr>
      <vt:lpstr>Signaling schemes</vt:lpstr>
      <vt:lpstr>Trends</vt:lpstr>
      <vt:lpstr>Ideas</vt:lpstr>
      <vt:lpstr>Ideas</vt:lpstr>
    </vt:vector>
  </TitlesOfParts>
  <Company>Qualcomm Incorporated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Satvick Acharya</dc:creator>
  <cp:lastModifiedBy>Satvick Acharya</cp:lastModifiedBy>
  <cp:revision>1</cp:revision>
  <dcterms:created xsi:type="dcterms:W3CDTF">2025-06-24T22:50:56Z</dcterms:created>
  <dcterms:modified xsi:type="dcterms:W3CDTF">2025-06-27T18:51:45Z</dcterms:modified>
</cp:coreProperties>
</file>