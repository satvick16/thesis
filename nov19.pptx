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60" r:id="rId5"/>
    <p:sldId id="261" r:id="rId6"/>
    <p:sldId id="259" r:id="rId7"/>
    <p:sldId id="264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81AC8-8DBD-A831-AC0D-B381DD45D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ED7974-2A85-9885-0E65-AFC23A1E1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CD3CF-7A56-53E4-84C4-132742C56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5015C-2212-46B7-8318-05A9F17ABC18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DE286-46C4-188B-F5A7-938A131A7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6632C-349A-9A48-7C4F-724CBE23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3BC2-8468-4457-9815-13BE882AE2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675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B68FC-8A00-8B3F-9791-E84FD3E00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7BEB7-CD08-2737-D420-7213918BB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C6261-91B8-EE21-548F-0E2D63C65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5015C-2212-46B7-8318-05A9F17ABC18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F3872-BDE5-75BF-FC06-87B4FEDA3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C12E4-1992-ACE7-227A-B027F494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3BC2-8468-4457-9815-13BE882AE2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9299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BBBBA-6A69-3C7D-F02C-567F1C8B5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EA20-D913-A69B-7A2A-BC4B7D922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04E5D-D640-F034-8968-7417B7FD8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5015C-2212-46B7-8318-05A9F17ABC18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9B6B7-D76A-9530-8785-B01DC19CE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3186-A6B4-F3C3-FE1D-0AD292604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3BC2-8468-4457-9815-13BE882AE2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6330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31E8E-D2DE-1B89-4F49-F9BC4F14D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9C055-AF26-2AF1-AA6E-194D5E99C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E3BAD-9A51-0049-EDF6-073FCFFFD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D781C-0CCA-1A20-355B-BF543A0F2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5015C-2212-46B7-8318-05A9F17ABC18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976B4-54A3-A278-8C40-F29A78AC1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9C2B2-660E-BE6F-0EC7-B1770567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3BC2-8468-4457-9815-13BE882AE2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012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56D1D-44BE-1010-F48D-31013A770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C45C2-FECF-B0D4-1CD2-D8F478749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2945-3405-BC2F-82C0-B1CAF2A3A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A8963F-4622-B7C8-3F08-EDC1C08C2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ABA427-64E2-DF93-6E1B-9ACD86347C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053E60-C7E0-2F53-3C0D-2298C50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5015C-2212-46B7-8318-05A9F17ABC18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7FB089-D9D4-BC03-95B6-C30BED59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61FDC-DB1D-1575-B256-1075538AD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3BC2-8468-4457-9815-13BE882AE2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0892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9E254-2214-EDCE-840F-314CAC445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B41D7A-5196-81B5-D322-F415C04EC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5015C-2212-46B7-8318-05A9F17ABC18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AF65EF-3DE6-18ED-FCEA-66C429A3D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D5D42F-B1D5-780A-DE13-9B2FA6801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3BC2-8468-4457-9815-13BE882AE2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3687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1E0149-95E4-970D-11C3-3B045881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5015C-2212-46B7-8318-05A9F17ABC18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25C3A9-7481-7274-5984-1DD4A9F7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4A22E-81E8-07DC-26B9-08485BF24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3BC2-8468-4457-9815-13BE882AE2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7259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A36D-84FE-AC30-1B28-DE3248AB1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EF51B-41FE-F18A-F9E5-0E76E4D84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E829D-C758-5371-9B56-148DE0476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34D22-128B-4CA7-232E-AB09BDA43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5015C-2212-46B7-8318-05A9F17ABC18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82A48-EBE2-2E8C-2E33-FFCF563F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8D04A-386F-D8E5-89D9-9B972A78E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3BC2-8468-4457-9815-13BE882AE2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2894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56F52-5664-6CF8-9E41-49ADC602E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110553-327C-E435-2B59-8B2DB580FB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E63E4-127B-C2B5-6F3C-D468089EB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D2C32-6F28-A233-B269-AC608D668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5015C-2212-46B7-8318-05A9F17ABC18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33D4D-397E-449B-62B0-4AAB4D48C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DFA13-AB33-E3C6-AD11-0B9B2F959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3BC2-8468-4457-9815-13BE882AE2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093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7317-EC9A-528B-AD95-A2BD4E48A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BFAB02-86C3-DD3F-CB2E-9B019AFD0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6AC16-E544-DFD2-2CD5-0A7B0CB16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5015C-2212-46B7-8318-05A9F17ABC18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25497-DF8F-5F1E-3B50-CD9CB49C9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C70CA-2C16-0845-394A-CD1BC02F5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3BC2-8468-4457-9815-13BE882AE2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5459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79491E-50D1-B183-DB2E-6CB60DA037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C6EAA-BC54-C00D-A216-56FD41B16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F59B9-AC4A-EA0B-2AA0-4D2027B0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5015C-2212-46B7-8318-05A9F17ABC18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C88C8-F3BC-310F-B0CE-3E1050B6E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12CF1-624D-8A69-DD2C-912BF590D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33BC2-8468-4457-9815-13BE882AE2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365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34F9AA-A937-770E-C9B4-6ECFA2290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72182-E5B6-01E1-C7A8-604E9C0B3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394A-0212-CC0F-F9A4-D6D5A458E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5015C-2212-46B7-8318-05A9F17ABC18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90400-BBC6-7B74-1FA5-59C8D7AFB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90B8B-72A3-66F2-4F99-51B8BCA90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33BC2-8468-4457-9815-13BE882AE2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896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9A7DB-0CFE-07BE-CA0D-1BACA2E5A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BA48-6988-9E9F-37DC-5D8DA3A4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Attempted s4p-s2p conversion</a:t>
            </a:r>
          </a:p>
          <a:p>
            <a:pPr lvl="1"/>
            <a:r>
              <a:rPr lang="en-US" dirty="0"/>
              <a:t>Used incorrect port mapping, </a:t>
            </a:r>
            <a:r>
              <a:rPr lang="en-US" dirty="0" err="1"/>
              <a:t>Junbo</a:t>
            </a:r>
            <a:r>
              <a:rPr lang="en-US" dirty="0"/>
              <a:t> provided corrected s2p file</a:t>
            </a:r>
          </a:p>
          <a:p>
            <a:pPr lvl="1"/>
            <a:r>
              <a:rPr lang="en-US" dirty="0"/>
              <a:t>Z0=100 instead of 50</a:t>
            </a:r>
          </a:p>
          <a:p>
            <a:pPr lvl="1"/>
            <a:r>
              <a:rPr lang="en-US" dirty="0"/>
              <a:t>Learned about channel propagation delay</a:t>
            </a:r>
          </a:p>
          <a:p>
            <a:r>
              <a:rPr lang="en-US" dirty="0"/>
              <a:t>Wrote scripts to size transistor widths, Rh1, Rh2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This week:</a:t>
            </a:r>
            <a:endParaRPr lang="en-US" dirty="0"/>
          </a:p>
          <a:p>
            <a:r>
              <a:rPr lang="en-US" dirty="0"/>
              <a:t>Resize all components based on new channel</a:t>
            </a:r>
          </a:p>
          <a:p>
            <a:r>
              <a:rPr lang="en-US" dirty="0"/>
              <a:t>Verify cancellation and termination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71978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2E7CA-5CE5-6FA7-1C54-B5182154A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Z0 = 100, </a:t>
            </a:r>
            <a:r>
              <a:rPr lang="en-US" dirty="0" err="1"/>
              <a:t>Rch</a:t>
            </a:r>
            <a:r>
              <a:rPr lang="en-US" dirty="0"/>
              <a:t> = 9.5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358FFF-0BB1-6DBB-DC18-4FB8664F2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7" y="1690688"/>
            <a:ext cx="7473686" cy="457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44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7C494-55A8-F793-177A-FE42D86C7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Rdrv</a:t>
            </a:r>
            <a:r>
              <a:rPr lang="en-US" sz="4000" dirty="0"/>
              <a:t>=110, </a:t>
            </a:r>
            <a:r>
              <a:rPr lang="en-US" sz="4000" dirty="0" err="1"/>
              <a:t>Rrep</a:t>
            </a:r>
            <a:r>
              <a:rPr lang="en-US" sz="4000" dirty="0"/>
              <a:t>=110 </a:t>
            </a:r>
            <a:r>
              <a:rPr lang="en-US" sz="4000" dirty="0">
                <a:sym typeface="Wingdings" panose="05000000000000000000" pitchFamily="2" charset="2"/>
              </a:rPr>
              <a:t> Rh1=52.5, Rh2=268</a:t>
            </a:r>
            <a:endParaRPr lang="en-CA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CA61BB-8257-803E-3298-345F22451A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3048000" y="1579681"/>
            <a:ext cx="6096000" cy="491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31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A3DD-BB0F-3F7A-5FBB-73A04DCCE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 behavior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6B3FC-177F-F26C-5EEF-A80EC0774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265" y="1557074"/>
            <a:ext cx="7449470" cy="484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33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ED899-DB85-1BB3-8CE4-A12E1478B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1BE9F-1E73-9B09-7921-28B287595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 behavior: delay=3.8ns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5F47A-937A-39A0-5A70-BAE9FCDDB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54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984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17E6-B52E-8362-6563-80BBF46F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for cancellation condition (</a:t>
            </a:r>
            <a:r>
              <a:rPr lang="en-US" dirty="0" err="1"/>
              <a:t>Vrx</a:t>
            </a:r>
            <a:r>
              <a:rPr lang="en-US" dirty="0"/>
              <a:t>=0 when far end signal is set to 0)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24AC4A-90FA-FD3E-26D2-5120A6B12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6850"/>
            <a:ext cx="12192000" cy="453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07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AFAA-C7D9-A459-2D33-FF5CF4DBD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59B07-7238-842C-7C43-01B72DFA2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Rh1=52.5 </a:t>
            </a:r>
            <a:r>
              <a:rPr lang="en-US" dirty="0">
                <a:sym typeface="Wingdings" panose="05000000000000000000" pitchFamily="2" charset="2"/>
              </a:rPr>
              <a:t> Rh2=100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C9A734-B102-D22D-EA20-BFCDB6C2B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57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370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DDC71-6EE3-223A-B50F-957F248EC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Full circuit with stimulus from both sides and delay to account for channel propagation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775271-548B-4F8E-86D5-BA5E5A784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50" y="1690688"/>
            <a:ext cx="10021699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02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2DCEF-03AE-45B1-2EF4-D245C828D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A4975-291E-5481-678D-1CBDEE327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Full circuit with stimulus from both sides and delay to account for channel propagation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3A8A7-0AEE-250C-5704-D4690F5DE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573" y="2095915"/>
            <a:ext cx="9274854" cy="409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34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122</Words>
  <Application>Microsoft Office PowerPoint</Application>
  <PresentationFormat>Widescreen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Last week</vt:lpstr>
      <vt:lpstr>Z0 = 100, Rch = 9.5</vt:lpstr>
      <vt:lpstr>Rdrv=110, Rrep=110  Rh1=52.5, Rh2=268</vt:lpstr>
      <vt:lpstr>Channel behavior</vt:lpstr>
      <vt:lpstr>Channel behavior: delay=3.8ns</vt:lpstr>
      <vt:lpstr>Checking for cancellation condition (Vrx=0 when far end signal is set to 0)</vt:lpstr>
      <vt:lpstr>Rh1=52.5  Rh2=100</vt:lpstr>
      <vt:lpstr>Full circuit with stimulus from both sides and delay to account for channel propagation</vt:lpstr>
      <vt:lpstr>Full circuit with stimulus from both sides and delay to account for channel propagation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Satvick Acharya</dc:creator>
  <cp:lastModifiedBy>Satvick Acharya</cp:lastModifiedBy>
  <cp:revision>44</cp:revision>
  <dcterms:created xsi:type="dcterms:W3CDTF">2025-11-17T15:40:47Z</dcterms:created>
  <dcterms:modified xsi:type="dcterms:W3CDTF">2025-11-24T18:43:53Z</dcterms:modified>
</cp:coreProperties>
</file>