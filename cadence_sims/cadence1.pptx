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2" r:id="rId5"/>
    <p:sldId id="263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D8F01-45A4-64B0-D913-1E8B8AA1A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FC8C4-C376-7849-925C-38E10A419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FE5DB-ECAA-F22D-1024-1E185407C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BAC0-6AD3-4B96-92CA-C536780B2A0F}" type="datetimeFigureOut">
              <a:rPr lang="en-CA" smtClean="0"/>
              <a:t>2025-10-22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77AFD-4603-DD39-4680-D013221F6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AFABE-B28F-1321-03BA-437389B6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A3A2-BE40-4991-8806-7893EAB7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511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D4CCD-53EF-CF6B-A94E-78DC8A6B5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66B3D-D79C-6F8C-AA69-27F1A397C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073C7-523D-07E6-506F-FCB058519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BAC0-6AD3-4B96-92CA-C536780B2A0F}" type="datetimeFigureOut">
              <a:rPr lang="en-CA" smtClean="0"/>
              <a:t>2025-10-22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8A6E4-4046-43BC-ADF6-E94494497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28499-66F4-D27A-02BD-FC4B4A35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A3A2-BE40-4991-8806-7893EAB7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243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B844E-4993-869E-5E7F-9403F2AA1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10554-D280-71D8-44BA-8FC620C08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FDBC3-BF3A-FA45-426E-8F6B07DD5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BAC0-6AD3-4B96-92CA-C536780B2A0F}" type="datetimeFigureOut">
              <a:rPr lang="en-CA" smtClean="0"/>
              <a:t>2025-10-22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F2049-633C-CC3A-5F7E-FD7CD6F5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19D3A-6FA1-58C1-E1AE-226D363E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A3A2-BE40-4991-8806-7893EAB7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8565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A1C12-4D05-633B-3842-6172AAE5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BC591-413D-88F3-A5FA-D22810C870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CB4F9-A5EB-9DD0-F1CF-066DADF8E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9EA74-4D4F-A67B-C490-7ABC84B8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BAC0-6AD3-4B96-92CA-C536780B2A0F}" type="datetimeFigureOut">
              <a:rPr lang="en-CA" smtClean="0"/>
              <a:t>2025-10-22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D4C59-FBC9-50FE-7D4C-73EF4A60B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A9A8A-D5DE-65B9-90A3-F6DC11AE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A3A2-BE40-4991-8806-7893EAB7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990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339C8-2ACC-9951-D672-CC8B1BD77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13333-C28E-2BB1-A938-20EADC3BB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07817-DF0E-A818-5BA7-286A6C7DB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3B0A41-64DB-125C-40D0-0C1D815FF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C4F17F-8729-2490-D16E-AB6C72BF8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7D1C40-2E4C-BC55-E93F-C113BDBD7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BAC0-6AD3-4B96-92CA-C536780B2A0F}" type="datetimeFigureOut">
              <a:rPr lang="en-CA" smtClean="0"/>
              <a:t>2025-10-22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5D6392-6462-2FEB-7B14-A496368E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03AEDA-B4C0-C8AD-D079-D68DDA8B2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A3A2-BE40-4991-8806-7893EAB7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4583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AA74-1168-0024-9A28-2BB787B47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3387C-DB58-F5F3-36BB-64C8A444A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BAC0-6AD3-4B96-92CA-C536780B2A0F}" type="datetimeFigureOut">
              <a:rPr lang="en-CA" smtClean="0"/>
              <a:t>2025-10-22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5185D8-4ED6-09FA-ECF9-BAD527A0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1ED84-DE16-858C-95B9-4BD6854C3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A3A2-BE40-4991-8806-7893EAB7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459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A8D438-67D5-4385-A0CC-0341F4661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BAC0-6AD3-4B96-92CA-C536780B2A0F}" type="datetimeFigureOut">
              <a:rPr lang="en-CA" smtClean="0"/>
              <a:t>2025-10-22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F12C0-3A7D-3D57-FE67-78A8D73CB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612E7-9D9C-397C-D9D1-A116E6B90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A3A2-BE40-4991-8806-7893EAB7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891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F6EDC-1C3B-36EA-F608-A9126BCF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F7DBA-EE77-EB3C-57FC-83095A5D1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70CA8-7764-EA7C-6138-9D12D6CC7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17C23-410A-B958-2D4B-8D7B617D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BAC0-6AD3-4B96-92CA-C536780B2A0F}" type="datetimeFigureOut">
              <a:rPr lang="en-CA" smtClean="0"/>
              <a:t>2025-10-22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A737A-BD6A-EADC-017E-E7D713DED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BCB7A-B74C-EDDD-545C-6EB541EA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A3A2-BE40-4991-8806-7893EAB7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263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7E73-EB35-EF77-074F-FAC935BB8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879142-F07D-86AF-F28D-9DB993784C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D8DBA-F586-F841-09CD-B07F92AB9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ADC9D-2670-C4D3-55F5-E2BBDBCCE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BAC0-6AD3-4B96-92CA-C536780B2A0F}" type="datetimeFigureOut">
              <a:rPr lang="en-CA" smtClean="0"/>
              <a:t>2025-10-22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FA41B-E7A3-5BF7-E2BB-56862B823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EC967-4A62-C97D-319D-52906893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A3A2-BE40-4991-8806-7893EAB7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706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87AE-B98E-9A5C-620A-3FE795459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BDA70-7E19-0A35-FB81-0486830CA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BE436-8BD4-0E3A-B50F-92F2BF414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BAC0-6AD3-4B96-92CA-C536780B2A0F}" type="datetimeFigureOut">
              <a:rPr lang="en-CA" smtClean="0"/>
              <a:t>2025-10-22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D620A-8386-CC3F-10C0-CBF78666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E13E3-2B34-B2CF-3B49-07E8F831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A3A2-BE40-4991-8806-7893EAB7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5679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8EB79B-1E46-D032-C168-A75DD7F05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EF46F4-8D1E-9E5F-B0ED-B252E76C0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5F4AE-6431-AC15-6B0B-4C2972966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CBAC0-6AD3-4B96-92CA-C536780B2A0F}" type="datetimeFigureOut">
              <a:rPr lang="en-CA" smtClean="0"/>
              <a:t>2025-10-22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7300B-2EBA-96BC-4C50-AC8BB6964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7FECC-F09C-59B7-70AE-E3326462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A3A2-BE40-4991-8806-7893EAB7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481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D3FF43-62C3-05A7-438C-9D1EB24BF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468A7-EDCF-2D67-CE45-55AE509A9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A63AE-F4D4-0772-7C2F-8BACB7848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3CBAC0-6AD3-4B96-92CA-C536780B2A0F}" type="datetimeFigureOut">
              <a:rPr lang="en-CA" smtClean="0"/>
              <a:t>2025-10-22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A8119-41EC-C486-A2F5-D47F33ECD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1BDFD-E797-1462-8A34-52926EDF5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5A3A2-BE40-4991-8806-7893EAB7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8346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34F32D-9E86-2F61-C1B3-50E43A5CC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491"/>
            <a:ext cx="6804483" cy="4211114"/>
          </a:xfrm>
          <a:prstGeom prst="rect">
            <a:avLst/>
          </a:prstGeom>
        </p:spPr>
      </p:pic>
      <p:pic>
        <p:nvPicPr>
          <p:cNvPr id="4" name="Picture 3" descr="A computer screen shot of a circuit diagram&#10;&#10;AI-generated content may be incorrect.">
            <a:extLst>
              <a:ext uri="{FF2B5EF4-FFF2-40B4-BE49-F238E27FC236}">
                <a16:creationId xmlns:a16="http://schemas.microsoft.com/office/drawing/2014/main" id="{70BF1179-C51D-7778-C3F3-06D29F44B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483" y="764457"/>
            <a:ext cx="5387517" cy="532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75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ircuit diagram&#10;&#10;AI-generated content may be incorrect.">
            <a:extLst>
              <a:ext uri="{FF2B5EF4-FFF2-40B4-BE49-F238E27FC236}">
                <a16:creationId xmlns:a16="http://schemas.microsoft.com/office/drawing/2014/main" id="{BEAC177D-C945-07BF-D1CD-19D3F5A4F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33197" cy="6858000"/>
          </a:xfrm>
          <a:prstGeom prst="rect">
            <a:avLst/>
          </a:prstGeom>
        </p:spPr>
      </p:pic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DC8CA39E-B62A-A7A9-7C66-DA5A12445F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867"/>
          <a:stretch>
            <a:fillRect/>
          </a:stretch>
        </p:blipFill>
        <p:spPr>
          <a:xfrm>
            <a:off x="6933197" y="1352622"/>
            <a:ext cx="5258803" cy="436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5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2CCE22-E0AA-7F47-ABAD-93FA98FDC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225"/>
            <a:ext cx="12192000" cy="642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C464-71EA-251E-C3D9-6701C149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Oct 22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EF2AD-BE95-7C86-FF14-A307BB08B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6104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91B1D5-9842-286E-B29F-B90271E76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932"/>
            <a:ext cx="12192000" cy="640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192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8BC7A5-6977-DD94-1E9C-DED2E5E00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049"/>
            <a:ext cx="12192000" cy="643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237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E86EE-80ED-45CF-6994-610123669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872"/>
            <a:ext cx="12192000" cy="644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18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2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Oct 22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Satvick Acharya</dc:creator>
  <cp:lastModifiedBy>Satvick Acharya</cp:lastModifiedBy>
  <cp:revision>4</cp:revision>
  <dcterms:created xsi:type="dcterms:W3CDTF">2025-10-14T16:26:44Z</dcterms:created>
  <dcterms:modified xsi:type="dcterms:W3CDTF">2025-10-22T18:24:31Z</dcterms:modified>
</cp:coreProperties>
</file>