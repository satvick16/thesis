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2" r:id="rId5"/>
    <p:sldId id="264" r:id="rId6"/>
    <p:sldId id="259" r:id="rId7"/>
    <p:sldId id="260" r:id="rId8"/>
    <p:sldId id="258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64FA67-CCC6-41D4-8A9A-DEBDDA3BA7E5}" v="20" dt="2025-07-14T22:53:19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vick Acharya" userId="a00e4e53-5b6d-42ea-ad54-375a203bfb70" providerId="ADAL" clId="{EE64FA67-CCC6-41D4-8A9A-DEBDDA3BA7E5}"/>
    <pc:docChg chg="undo custSel addSld delSld modSld">
      <pc:chgData name="Satvick Acharya" userId="a00e4e53-5b6d-42ea-ad54-375a203bfb70" providerId="ADAL" clId="{EE64FA67-CCC6-41D4-8A9A-DEBDDA3BA7E5}" dt="2025-07-14T22:56:47.090" v="1772" actId="14100"/>
      <pc:docMkLst>
        <pc:docMk/>
      </pc:docMkLst>
      <pc:sldChg chg="modSp mod">
        <pc:chgData name="Satvick Acharya" userId="a00e4e53-5b6d-42ea-ad54-375a203bfb70" providerId="ADAL" clId="{EE64FA67-CCC6-41D4-8A9A-DEBDDA3BA7E5}" dt="2025-07-14T22:29:23.498" v="313" actId="20577"/>
        <pc:sldMkLst>
          <pc:docMk/>
          <pc:sldMk cId="438208512" sldId="256"/>
        </pc:sldMkLst>
        <pc:spChg chg="mod">
          <ac:chgData name="Satvick Acharya" userId="a00e4e53-5b6d-42ea-ad54-375a203bfb70" providerId="ADAL" clId="{EE64FA67-CCC6-41D4-8A9A-DEBDDA3BA7E5}" dt="2025-07-14T22:29:23.498" v="313" actId="20577"/>
          <ac:spMkLst>
            <pc:docMk/>
            <pc:sldMk cId="438208512" sldId="256"/>
            <ac:spMk id="2" creationId="{4A847BBD-06EB-D72D-08BE-E78138977CBB}"/>
          </ac:spMkLst>
        </pc:spChg>
      </pc:sldChg>
      <pc:sldChg chg="addSp delSp modSp mod">
        <pc:chgData name="Satvick Acharya" userId="a00e4e53-5b6d-42ea-ad54-375a203bfb70" providerId="ADAL" clId="{EE64FA67-CCC6-41D4-8A9A-DEBDDA3BA7E5}" dt="2025-07-14T22:56:47.090" v="1772" actId="14100"/>
        <pc:sldMkLst>
          <pc:docMk/>
          <pc:sldMk cId="4085052105" sldId="257"/>
        </pc:sldMkLst>
        <pc:spChg chg="add del mod">
          <ac:chgData name="Satvick Acharya" userId="a00e4e53-5b6d-42ea-ad54-375a203bfb70" providerId="ADAL" clId="{EE64FA67-CCC6-41D4-8A9A-DEBDDA3BA7E5}" dt="2025-07-14T22:20:23.344" v="85" actId="478"/>
          <ac:spMkLst>
            <pc:docMk/>
            <pc:sldMk cId="4085052105" sldId="257"/>
            <ac:spMk id="2" creationId="{D608BD59-FC3F-58C1-0294-1221D674B63F}"/>
          </ac:spMkLst>
        </pc:spChg>
        <pc:spChg chg="add del mod">
          <ac:chgData name="Satvick Acharya" userId="a00e4e53-5b6d-42ea-ad54-375a203bfb70" providerId="ADAL" clId="{EE64FA67-CCC6-41D4-8A9A-DEBDDA3BA7E5}" dt="2025-07-14T22:20:21.145" v="84" actId="478"/>
          <ac:spMkLst>
            <pc:docMk/>
            <pc:sldMk cId="4085052105" sldId="257"/>
            <ac:spMk id="4" creationId="{00647F84-1442-8818-39BB-7C7BC959671B}"/>
          </ac:spMkLst>
        </pc:spChg>
        <pc:spChg chg="del mod">
          <ac:chgData name="Satvick Acharya" userId="a00e4e53-5b6d-42ea-ad54-375a203bfb70" providerId="ADAL" clId="{EE64FA67-CCC6-41D4-8A9A-DEBDDA3BA7E5}" dt="2025-07-14T22:31:23.067" v="469" actId="478"/>
          <ac:spMkLst>
            <pc:docMk/>
            <pc:sldMk cId="4085052105" sldId="257"/>
            <ac:spMk id="5" creationId="{F237766A-DA06-96CB-77CE-2803C24DD256}"/>
          </ac:spMkLst>
        </pc:spChg>
        <pc:spChg chg="add del mod">
          <ac:chgData name="Satvick Acharya" userId="a00e4e53-5b6d-42ea-ad54-375a203bfb70" providerId="ADAL" clId="{EE64FA67-CCC6-41D4-8A9A-DEBDDA3BA7E5}" dt="2025-07-14T22:27:32.796" v="148" actId="478"/>
          <ac:spMkLst>
            <pc:docMk/>
            <pc:sldMk cId="4085052105" sldId="257"/>
            <ac:spMk id="21" creationId="{B3803C35-5F66-EE32-A311-3F5315427715}"/>
          </ac:spMkLst>
        </pc:spChg>
        <pc:spChg chg="add del mod">
          <ac:chgData name="Satvick Acharya" userId="a00e4e53-5b6d-42ea-ad54-375a203bfb70" providerId="ADAL" clId="{EE64FA67-CCC6-41D4-8A9A-DEBDDA3BA7E5}" dt="2025-07-14T22:27:32.796" v="148" actId="478"/>
          <ac:spMkLst>
            <pc:docMk/>
            <pc:sldMk cId="4085052105" sldId="257"/>
            <ac:spMk id="22" creationId="{D6C2E90D-E091-FCC5-3882-D36E6D242F8C}"/>
          </ac:spMkLst>
        </pc:spChg>
        <pc:spChg chg="add del mod">
          <ac:chgData name="Satvick Acharya" userId="a00e4e53-5b6d-42ea-ad54-375a203bfb70" providerId="ADAL" clId="{EE64FA67-CCC6-41D4-8A9A-DEBDDA3BA7E5}" dt="2025-07-14T22:27:38.732" v="150" actId="478"/>
          <ac:spMkLst>
            <pc:docMk/>
            <pc:sldMk cId="4085052105" sldId="257"/>
            <ac:spMk id="23" creationId="{77C29F2E-2DB8-1F8F-2FA9-DEE8385D9E2C}"/>
          </ac:spMkLst>
        </pc:spChg>
        <pc:spChg chg="add del mod">
          <ac:chgData name="Satvick Acharya" userId="a00e4e53-5b6d-42ea-ad54-375a203bfb70" providerId="ADAL" clId="{EE64FA67-CCC6-41D4-8A9A-DEBDDA3BA7E5}" dt="2025-07-14T22:33:13.213" v="559"/>
          <ac:spMkLst>
            <pc:docMk/>
            <pc:sldMk cId="4085052105" sldId="257"/>
            <ac:spMk id="25" creationId="{4079108D-722E-4395-F7BE-0B585720E935}"/>
          </ac:spMkLst>
        </pc:spChg>
        <pc:spChg chg="add mod">
          <ac:chgData name="Satvick Acharya" userId="a00e4e53-5b6d-42ea-ad54-375a203bfb70" providerId="ADAL" clId="{EE64FA67-CCC6-41D4-8A9A-DEBDDA3BA7E5}" dt="2025-07-14T22:56:07.666" v="1740" actId="1076"/>
          <ac:spMkLst>
            <pc:docMk/>
            <pc:sldMk cId="4085052105" sldId="257"/>
            <ac:spMk id="26" creationId="{A153C64D-DBA2-72E8-B5BD-598C892BD13A}"/>
          </ac:spMkLst>
        </pc:spChg>
        <pc:spChg chg="add del mod">
          <ac:chgData name="Satvick Acharya" userId="a00e4e53-5b6d-42ea-ad54-375a203bfb70" providerId="ADAL" clId="{EE64FA67-CCC6-41D4-8A9A-DEBDDA3BA7E5}" dt="2025-07-14T22:34:15.407" v="587"/>
          <ac:spMkLst>
            <pc:docMk/>
            <pc:sldMk cId="4085052105" sldId="257"/>
            <ac:spMk id="27" creationId="{4D059599-FAF0-CEAD-E94F-89189E7CA85E}"/>
          </ac:spMkLst>
        </pc:spChg>
        <pc:spChg chg="add mod">
          <ac:chgData name="Satvick Acharya" userId="a00e4e53-5b6d-42ea-ad54-375a203bfb70" providerId="ADAL" clId="{EE64FA67-CCC6-41D4-8A9A-DEBDDA3BA7E5}" dt="2025-07-14T22:56:28.587" v="1769" actId="14100"/>
          <ac:spMkLst>
            <pc:docMk/>
            <pc:sldMk cId="4085052105" sldId="257"/>
            <ac:spMk id="28" creationId="{AB185D9C-647B-C1B4-8549-0552FB95020D}"/>
          </ac:spMkLst>
        </pc:spChg>
        <pc:graphicFrameChg chg="add mod modGraphic">
          <ac:chgData name="Satvick Acharya" userId="a00e4e53-5b6d-42ea-ad54-375a203bfb70" providerId="ADAL" clId="{EE64FA67-CCC6-41D4-8A9A-DEBDDA3BA7E5}" dt="2025-07-14T22:56:47.090" v="1772" actId="14100"/>
          <ac:graphicFrameMkLst>
            <pc:docMk/>
            <pc:sldMk cId="4085052105" sldId="257"/>
            <ac:graphicFrameMk id="24" creationId="{8398E827-01AF-7785-80D0-A051C92433C7}"/>
          </ac:graphicFrameMkLst>
        </pc:graphicFrameChg>
        <pc:picChg chg="mod">
          <ac:chgData name="Satvick Acharya" userId="a00e4e53-5b6d-42ea-ad54-375a203bfb70" providerId="ADAL" clId="{EE64FA67-CCC6-41D4-8A9A-DEBDDA3BA7E5}" dt="2025-07-14T22:56:07.666" v="1740" actId="1076"/>
          <ac:picMkLst>
            <pc:docMk/>
            <pc:sldMk cId="4085052105" sldId="257"/>
            <ac:picMk id="3" creationId="{3C5590F3-22A8-7C96-8D0E-B497D6C31C46}"/>
          </ac:picMkLst>
        </pc:picChg>
        <pc:picChg chg="add del mod modCrop">
          <ac:chgData name="Satvick Acharya" userId="a00e4e53-5b6d-42ea-ad54-375a203bfb70" providerId="ADAL" clId="{EE64FA67-CCC6-41D4-8A9A-DEBDDA3BA7E5}" dt="2025-07-14T22:27:32.796" v="148" actId="478"/>
          <ac:picMkLst>
            <pc:docMk/>
            <pc:sldMk cId="4085052105" sldId="257"/>
            <ac:picMk id="7" creationId="{64FE52FC-40D9-CA2F-2014-043047AEF858}"/>
          </ac:picMkLst>
        </pc:picChg>
        <pc:picChg chg="add del mod modCrop">
          <ac:chgData name="Satvick Acharya" userId="a00e4e53-5b6d-42ea-ad54-375a203bfb70" providerId="ADAL" clId="{EE64FA67-CCC6-41D4-8A9A-DEBDDA3BA7E5}" dt="2025-07-14T22:27:32.796" v="148" actId="478"/>
          <ac:picMkLst>
            <pc:docMk/>
            <pc:sldMk cId="4085052105" sldId="257"/>
            <ac:picMk id="9" creationId="{1771DC1A-C353-4080-CE4A-226EE50A2C79}"/>
          </ac:picMkLst>
        </pc:picChg>
        <pc:picChg chg="add del mod modCrop">
          <ac:chgData name="Satvick Acharya" userId="a00e4e53-5b6d-42ea-ad54-375a203bfb70" providerId="ADAL" clId="{EE64FA67-CCC6-41D4-8A9A-DEBDDA3BA7E5}" dt="2025-07-14T22:27:32.796" v="148" actId="478"/>
          <ac:picMkLst>
            <pc:docMk/>
            <pc:sldMk cId="4085052105" sldId="257"/>
            <ac:picMk id="11" creationId="{D25F452E-BD43-2FFA-4C32-CE47B6D8ABB3}"/>
          </ac:picMkLst>
        </pc:picChg>
        <pc:picChg chg="add del mod">
          <ac:chgData name="Satvick Acharya" userId="a00e4e53-5b6d-42ea-ad54-375a203bfb70" providerId="ADAL" clId="{EE64FA67-CCC6-41D4-8A9A-DEBDDA3BA7E5}" dt="2025-07-14T22:27:32.796" v="148" actId="478"/>
          <ac:picMkLst>
            <pc:docMk/>
            <pc:sldMk cId="4085052105" sldId="257"/>
            <ac:picMk id="12" creationId="{CD7921F4-BE9B-68F6-DDD9-D595B0A997DD}"/>
          </ac:picMkLst>
        </pc:picChg>
        <pc:picChg chg="add del mod">
          <ac:chgData name="Satvick Acharya" userId="a00e4e53-5b6d-42ea-ad54-375a203bfb70" providerId="ADAL" clId="{EE64FA67-CCC6-41D4-8A9A-DEBDDA3BA7E5}" dt="2025-07-14T22:27:32.796" v="148" actId="478"/>
          <ac:picMkLst>
            <pc:docMk/>
            <pc:sldMk cId="4085052105" sldId="257"/>
            <ac:picMk id="13" creationId="{3BF1F737-68E0-BEE6-AB42-4DC114AF6F31}"/>
          </ac:picMkLst>
        </pc:picChg>
        <pc:picChg chg="add del mod">
          <ac:chgData name="Satvick Acharya" userId="a00e4e53-5b6d-42ea-ad54-375a203bfb70" providerId="ADAL" clId="{EE64FA67-CCC6-41D4-8A9A-DEBDDA3BA7E5}" dt="2025-07-14T22:27:32.796" v="148" actId="478"/>
          <ac:picMkLst>
            <pc:docMk/>
            <pc:sldMk cId="4085052105" sldId="257"/>
            <ac:picMk id="14" creationId="{CB1B0C69-DA8D-4A93-E188-0D834811C7D2}"/>
          </ac:picMkLst>
        </pc:picChg>
        <pc:picChg chg="add del mod">
          <ac:chgData name="Satvick Acharya" userId="a00e4e53-5b6d-42ea-ad54-375a203bfb70" providerId="ADAL" clId="{EE64FA67-CCC6-41D4-8A9A-DEBDDA3BA7E5}" dt="2025-07-14T22:27:35.629" v="149" actId="478"/>
          <ac:picMkLst>
            <pc:docMk/>
            <pc:sldMk cId="4085052105" sldId="257"/>
            <ac:picMk id="15" creationId="{CF108490-1B95-E161-BB6F-0841A68FD400}"/>
          </ac:picMkLst>
        </pc:picChg>
        <pc:picChg chg="add del mod">
          <ac:chgData name="Satvick Acharya" userId="a00e4e53-5b6d-42ea-ad54-375a203bfb70" providerId="ADAL" clId="{EE64FA67-CCC6-41D4-8A9A-DEBDDA3BA7E5}" dt="2025-07-14T22:27:35.629" v="149" actId="478"/>
          <ac:picMkLst>
            <pc:docMk/>
            <pc:sldMk cId="4085052105" sldId="257"/>
            <ac:picMk id="16" creationId="{AB19B5D6-CFCF-941C-EC07-B32FE7B54A06}"/>
          </ac:picMkLst>
        </pc:picChg>
        <pc:picChg chg="add del mod">
          <ac:chgData name="Satvick Acharya" userId="a00e4e53-5b6d-42ea-ad54-375a203bfb70" providerId="ADAL" clId="{EE64FA67-CCC6-41D4-8A9A-DEBDDA3BA7E5}" dt="2025-07-14T22:27:35.629" v="149" actId="478"/>
          <ac:picMkLst>
            <pc:docMk/>
            <pc:sldMk cId="4085052105" sldId="257"/>
            <ac:picMk id="17" creationId="{4FFA0416-4095-08D6-192A-539C7D94F655}"/>
          </ac:picMkLst>
        </pc:picChg>
        <pc:picChg chg="add del mod modCrop">
          <ac:chgData name="Satvick Acharya" userId="a00e4e53-5b6d-42ea-ad54-375a203bfb70" providerId="ADAL" clId="{EE64FA67-CCC6-41D4-8A9A-DEBDDA3BA7E5}" dt="2025-07-14T22:26:08.929" v="127" actId="478"/>
          <ac:picMkLst>
            <pc:docMk/>
            <pc:sldMk cId="4085052105" sldId="257"/>
            <ac:picMk id="18" creationId="{AFF3D6F3-D7A7-8F83-3BF3-C3577703353B}"/>
          </ac:picMkLst>
        </pc:picChg>
        <pc:cxnChg chg="add del mod">
          <ac:chgData name="Satvick Acharya" userId="a00e4e53-5b6d-42ea-ad54-375a203bfb70" providerId="ADAL" clId="{EE64FA67-CCC6-41D4-8A9A-DEBDDA3BA7E5}" dt="2025-07-14T22:26:07.520" v="126" actId="478"/>
          <ac:cxnSpMkLst>
            <pc:docMk/>
            <pc:sldMk cId="4085052105" sldId="257"/>
            <ac:cxnSpMk id="20" creationId="{67F6B7C8-02A8-144E-54D6-062D70BB9CAD}"/>
          </ac:cxnSpMkLst>
        </pc:cxnChg>
      </pc:sldChg>
      <pc:sldChg chg="modSp new del mod">
        <pc:chgData name="Satvick Acharya" userId="a00e4e53-5b6d-42ea-ad54-375a203bfb70" providerId="ADAL" clId="{EE64FA67-CCC6-41D4-8A9A-DEBDDA3BA7E5}" dt="2025-07-14T22:39:34.584" v="685" actId="47"/>
        <pc:sldMkLst>
          <pc:docMk/>
          <pc:sldMk cId="153332328" sldId="258"/>
        </pc:sldMkLst>
        <pc:spChg chg="mod">
          <ac:chgData name="Satvick Acharya" userId="a00e4e53-5b6d-42ea-ad54-375a203bfb70" providerId="ADAL" clId="{EE64FA67-CCC6-41D4-8A9A-DEBDDA3BA7E5}" dt="2025-07-14T22:39:20.282" v="674" actId="20577"/>
          <ac:spMkLst>
            <pc:docMk/>
            <pc:sldMk cId="153332328" sldId="258"/>
            <ac:spMk id="2" creationId="{96AD3471-DF87-7442-FD96-881FD0BFEF87}"/>
          </ac:spMkLst>
        </pc:spChg>
        <pc:spChg chg="mod">
          <ac:chgData name="Satvick Acharya" userId="a00e4e53-5b6d-42ea-ad54-375a203bfb70" providerId="ADAL" clId="{EE64FA67-CCC6-41D4-8A9A-DEBDDA3BA7E5}" dt="2025-07-14T22:39:25.839" v="684" actId="20577"/>
          <ac:spMkLst>
            <pc:docMk/>
            <pc:sldMk cId="153332328" sldId="258"/>
            <ac:spMk id="3" creationId="{4313824F-2472-5DF6-BD6A-3DC1EC6BEEF0}"/>
          </ac:spMkLst>
        </pc:spChg>
      </pc:sldChg>
      <pc:sldChg chg="addSp modSp new mod">
        <pc:chgData name="Satvick Acharya" userId="a00e4e53-5b6d-42ea-ad54-375a203bfb70" providerId="ADAL" clId="{EE64FA67-CCC6-41D4-8A9A-DEBDDA3BA7E5}" dt="2025-07-14T22:55:32.653" v="1739" actId="20577"/>
        <pc:sldMkLst>
          <pc:docMk/>
          <pc:sldMk cId="1626842980" sldId="258"/>
        </pc:sldMkLst>
        <pc:spChg chg="mod">
          <ac:chgData name="Satvick Acharya" userId="a00e4e53-5b6d-42ea-ad54-375a203bfb70" providerId="ADAL" clId="{EE64FA67-CCC6-41D4-8A9A-DEBDDA3BA7E5}" dt="2025-07-14T22:48:29.745" v="1055" actId="20577"/>
          <ac:spMkLst>
            <pc:docMk/>
            <pc:sldMk cId="1626842980" sldId="258"/>
            <ac:spMk id="2" creationId="{3F642E9E-36AE-A6D7-E097-08AA0AA2ED79}"/>
          </ac:spMkLst>
        </pc:spChg>
        <pc:spChg chg="add mod">
          <ac:chgData name="Satvick Acharya" userId="a00e4e53-5b6d-42ea-ad54-375a203bfb70" providerId="ADAL" clId="{EE64FA67-CCC6-41D4-8A9A-DEBDDA3BA7E5}" dt="2025-07-14T22:55:32.653" v="1739" actId="20577"/>
          <ac:spMkLst>
            <pc:docMk/>
            <pc:sldMk cId="1626842980" sldId="258"/>
            <ac:spMk id="5" creationId="{07EDE274-1A09-D487-3731-4924204739FA}"/>
          </ac:spMkLst>
        </pc:spChg>
        <pc:picChg chg="add mod">
          <ac:chgData name="Satvick Acharya" userId="a00e4e53-5b6d-42ea-ad54-375a203bfb70" providerId="ADAL" clId="{EE64FA67-CCC6-41D4-8A9A-DEBDDA3BA7E5}" dt="2025-07-14T22:52:57.503" v="1512" actId="1076"/>
          <ac:picMkLst>
            <pc:docMk/>
            <pc:sldMk cId="1626842980" sldId="258"/>
            <ac:picMk id="4" creationId="{F5237ADE-E85A-D6BF-60DA-5E536FF89B18}"/>
          </ac:picMkLst>
        </pc:picChg>
      </pc:sldChg>
      <pc:sldChg chg="modSp new del mod">
        <pc:chgData name="Satvick Acharya" userId="a00e4e53-5b6d-42ea-ad54-375a203bfb70" providerId="ADAL" clId="{EE64FA67-CCC6-41D4-8A9A-DEBDDA3BA7E5}" dt="2025-07-14T22:47:12.411" v="917" actId="47"/>
        <pc:sldMkLst>
          <pc:docMk/>
          <pc:sldMk cId="1117638439" sldId="259"/>
        </pc:sldMkLst>
        <pc:spChg chg="mod">
          <ac:chgData name="Satvick Acharya" userId="a00e4e53-5b6d-42ea-ad54-375a203bfb70" providerId="ADAL" clId="{EE64FA67-CCC6-41D4-8A9A-DEBDDA3BA7E5}" dt="2025-07-14T22:44:28.100" v="895" actId="20577"/>
          <ac:spMkLst>
            <pc:docMk/>
            <pc:sldMk cId="1117638439" sldId="259"/>
            <ac:spMk id="2" creationId="{0423F452-4A11-6271-6C9C-F2C662FEA2B4}"/>
          </ac:spMkLst>
        </pc:spChg>
        <pc:spChg chg="mod">
          <ac:chgData name="Satvick Acharya" userId="a00e4e53-5b6d-42ea-ad54-375a203bfb70" providerId="ADAL" clId="{EE64FA67-CCC6-41D4-8A9A-DEBDDA3BA7E5}" dt="2025-07-14T22:44:14.460" v="878" actId="20577"/>
          <ac:spMkLst>
            <pc:docMk/>
            <pc:sldMk cId="1117638439" sldId="259"/>
            <ac:spMk id="3" creationId="{7E5066C5-12E3-C66E-5558-3D9B665343EF}"/>
          </ac:spMkLst>
        </pc:spChg>
      </pc:sldChg>
      <pc:sldChg chg="modSp new mod">
        <pc:chgData name="Satvick Acharya" userId="a00e4e53-5b6d-42ea-ad54-375a203bfb70" providerId="ADAL" clId="{EE64FA67-CCC6-41D4-8A9A-DEBDDA3BA7E5}" dt="2025-07-14T22:54:07.709" v="1637" actId="20577"/>
        <pc:sldMkLst>
          <pc:docMk/>
          <pc:sldMk cId="1207142620" sldId="259"/>
        </pc:sldMkLst>
        <pc:spChg chg="mod">
          <ac:chgData name="Satvick Acharya" userId="a00e4e53-5b6d-42ea-ad54-375a203bfb70" providerId="ADAL" clId="{EE64FA67-CCC6-41D4-8A9A-DEBDDA3BA7E5}" dt="2025-07-14T22:54:07.709" v="1637" actId="20577"/>
          <ac:spMkLst>
            <pc:docMk/>
            <pc:sldMk cId="1207142620" sldId="259"/>
            <ac:spMk id="2" creationId="{4EF5C722-44FE-669D-09D1-410A14A5ACC4}"/>
          </ac:spMkLst>
        </pc:spChg>
      </pc:sldChg>
      <pc:sldChg chg="modSp add mod">
        <pc:chgData name="Satvick Acharya" userId="a00e4e53-5b6d-42ea-ad54-375a203bfb70" providerId="ADAL" clId="{EE64FA67-CCC6-41D4-8A9A-DEBDDA3BA7E5}" dt="2025-07-14T22:53:51.779" v="1612" actId="20577"/>
        <pc:sldMkLst>
          <pc:docMk/>
          <pc:sldMk cId="2697491274" sldId="260"/>
        </pc:sldMkLst>
        <pc:spChg chg="mod">
          <ac:chgData name="Satvick Acharya" userId="a00e4e53-5b6d-42ea-ad54-375a203bfb70" providerId="ADAL" clId="{EE64FA67-CCC6-41D4-8A9A-DEBDDA3BA7E5}" dt="2025-07-14T22:53:51.779" v="1612" actId="20577"/>
          <ac:spMkLst>
            <pc:docMk/>
            <pc:sldMk cId="2697491274" sldId="260"/>
            <ac:spMk id="2" creationId="{F70487CE-81F9-D84E-EAEC-6D8FA8110B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56656-B026-4CC7-86ED-59AA45FCCDA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64248-A180-437B-B04B-C0C27D38E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2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64248-A180-437B-B04B-C0C27D38EA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3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2130-8CF5-1B81-390F-9F6E4366C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48B62-71EC-D1D2-7973-CA0EA8C6F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226EE-9020-AF98-A038-452C1946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7E1E1-E4B8-B178-FEBC-B6CFDC49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D1BB2-D661-89EA-652D-CF9CE202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9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4958-EC35-6A0E-D7FA-0C89AEA9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C9444-DDA8-F9C3-07AE-9CD1A4A7F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A9C5D-0E4A-7490-5267-31019503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190AD-F530-521C-199D-FF209A32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E51F-9523-AFCE-07DB-4C39BC1B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5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FE89-04D1-3B75-46D4-A93A7E04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47210-A893-0721-A1DE-D0F5D6EE9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42506-F962-A5E8-0D8A-51AF5410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72E40-D3A9-6B19-2C26-58846AE9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096CD-24F2-E7F0-4E16-B11A43DF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0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73A1-38E8-9E7C-27A6-6F80F99E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0B03F-E8EA-C00E-642C-5D20909ED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1D4CC-BAFB-7C18-1746-2344354C2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14057-060F-65A4-8C85-EE9DA270D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BBCF6-044A-0C46-FEBC-69AFF2DA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394BA-6654-46A3-B5B7-BFEBFD55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0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BC08-3BBE-AE80-8DAE-F1F42F1B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053AD-B6C7-0870-EB2F-4D92AB974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4F883-8417-6C48-CA55-F5D851DB3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E98AB-A181-AC58-C95C-9AEA8EC69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BA84D-503A-0A84-EDE8-839E3F3CD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5749E9-75B5-8119-FDBC-94B7DDE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0D8D8-D547-BDE1-5B1D-AC1EBC44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CFAA9-DF98-EC9F-36A3-6F4F044C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8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D72DF-E449-604E-BAED-A7CF3DBC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D2D10-21B3-E716-16BF-032986A4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B101A-97F5-D912-49A1-41BB45E22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BF5E-4811-E38A-85B8-732E0155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A9918-982C-880D-2718-71F41E68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5E21A-943B-AA89-22FB-09C31C0C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9B966-7215-DA71-48FB-EECB342C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56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C221-B187-F8C8-433E-849E6625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927BE-F628-C020-1AE1-77F7B2E9E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957E2-4C1A-8BF6-347E-B15EFE8FC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473FC-1465-E834-1EF5-F6793F77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41F67-DA2C-D600-8E8D-0C05A394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C66C6-F27E-4250-8603-4BCA540A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0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D2F10-18CD-B666-B90B-416B0B81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FB829-0238-C2D0-67B1-40848503C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9B20F-521B-F1A8-3D56-427AE73C5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3DC1B-BD6B-F024-6F7B-D3F8BBA9E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13CE1-402E-B7A3-251D-7A054E4A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DA433-E9EB-ED02-084E-7898DBBF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60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A083-1ED7-53A2-56F6-F9283005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DEDB-8063-8EE0-2F55-AB01FB5A9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6B66F-6EA7-106A-6E81-60423780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A7E06-9F47-6EE8-1953-A6F41A37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08E71-2AFB-6E22-8221-E47723CF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2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C8463F-61A5-C7E8-4474-D6222491B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9DA44-E2FA-84F7-94E6-F11E7DCEF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8A8F8-D11C-4610-FB10-CB5161F1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3F1F8-E0BB-B5F0-C8D3-97D5C53F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18845-7C0C-1E26-61A5-B3C0B9F3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4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CC1A7-7A6B-FF84-30E0-84494023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798BD-7781-1960-F9C0-02D75078B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4B1EE-743D-48DE-738D-AA7C2CBC9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4C676-F27C-4FF0-A1D5-7F2336720B3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9253-4A9A-B8EA-5ACE-F70DA4BAA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584A1-5B96-AB70-011C-6E30C8B87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D107A-B499-485D-A6A1-12DE1D6E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7BBD-06EB-D72D-08BE-E78138977C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Nvidia paper </a:t>
            </a:r>
            <a:r>
              <a:rPr lang="en-US" dirty="0" err="1"/>
              <a:t>LTSpice</a:t>
            </a:r>
            <a:r>
              <a:rPr lang="en-US" dirty="0"/>
              <a:t>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C921B-9B7B-10BA-F2DF-D9D55DBBCB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Satvick Acharya</a:t>
            </a:r>
          </a:p>
        </p:txBody>
      </p:sp>
    </p:spTree>
    <p:extLst>
      <p:ext uri="{BB962C8B-B14F-4D97-AF65-F5344CB8AC3E}">
        <p14:creationId xmlns:p14="http://schemas.microsoft.com/office/powerpoint/2010/main" val="438208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5590F3-22A8-7C96-8D0E-B497D6C31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06" y="2209800"/>
            <a:ext cx="5114680" cy="242168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B185D9C-647B-C1B4-8549-0552FB95020D}"/>
              </a:ext>
            </a:extLst>
          </p:cNvPr>
          <p:cNvSpPr/>
          <p:nvPr/>
        </p:nvSpPr>
        <p:spPr>
          <a:xfrm>
            <a:off x="2955397" y="3319272"/>
            <a:ext cx="2238771" cy="1243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398E827-01AF-7785-80D0-A051C9243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207680"/>
              </p:ext>
            </p:extLst>
          </p:nvPr>
        </p:nvGraphicFramePr>
        <p:xfrm>
          <a:off x="4650658" y="933914"/>
          <a:ext cx="7142274" cy="496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00">
                  <a:extLst>
                    <a:ext uri="{9D8B030D-6E8A-4147-A177-3AD203B41FA5}">
                      <a16:colId xmlns:a16="http://schemas.microsoft.com/office/drawing/2014/main" val="4264374072"/>
                    </a:ext>
                  </a:extLst>
                </a:gridCol>
                <a:gridCol w="5121474">
                  <a:extLst>
                    <a:ext uri="{9D8B030D-6E8A-4147-A177-3AD203B41FA5}">
                      <a16:colId xmlns:a16="http://schemas.microsoft.com/office/drawing/2014/main" val="456232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LTSpice</a:t>
                      </a:r>
                      <a:r>
                        <a:rPr lang="en-US" dirty="0"/>
                        <a:t>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884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Main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2-transistor CMOS inverter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94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Replica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2-transistor CMOS inverter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58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Rx 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2-transistor CMOS inverter with feedback resistor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779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Transmission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LTSpice</a:t>
                      </a:r>
                      <a:r>
                        <a:rPr lang="en-US" dirty="0"/>
                        <a:t> “</a:t>
                      </a:r>
                      <a:r>
                        <a:rPr lang="en-US" dirty="0" err="1"/>
                        <a:t>tline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23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nm transistors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ChatGPT: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.model M1 </a:t>
                      </a:r>
                      <a:r>
                        <a:rPr lang="en-US" dirty="0" err="1"/>
                        <a:t>nmos</a:t>
                      </a:r>
                      <a:r>
                        <a:rPr lang="en-US" dirty="0"/>
                        <a:t> level=54 version=4.7 tox=1.0n </a:t>
                      </a:r>
                      <a:r>
                        <a:rPr lang="en-US" dirty="0" err="1"/>
                        <a:t>nch</a:t>
                      </a:r>
                      <a:r>
                        <a:rPr lang="en-US" dirty="0"/>
                        <a:t>=1 u0=250 </a:t>
                      </a:r>
                      <a:r>
                        <a:rPr lang="en-US" dirty="0" err="1"/>
                        <a:t>vsat</a:t>
                      </a:r>
                      <a:r>
                        <a:rPr lang="en-US" dirty="0"/>
                        <a:t>=1.2e7 vth0=0.35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rdsw</a:t>
                      </a:r>
                      <a:r>
                        <a:rPr lang="en-US" dirty="0"/>
                        <a:t>=100 </a:t>
                      </a:r>
                      <a:r>
                        <a:rPr lang="en-US" dirty="0" err="1"/>
                        <a:t>vdsat</a:t>
                      </a:r>
                      <a:r>
                        <a:rPr lang="en-US" dirty="0"/>
                        <a:t>=0.1 cox=3e-2 </a:t>
                      </a:r>
                      <a:r>
                        <a:rPr lang="en-US" dirty="0" err="1"/>
                        <a:t>cgso</a:t>
                      </a:r>
                      <a:r>
                        <a:rPr lang="en-US" dirty="0"/>
                        <a:t>=1e-10 </a:t>
                      </a:r>
                      <a:r>
                        <a:rPr lang="en-US" dirty="0" err="1"/>
                        <a:t>cgdo</a:t>
                      </a:r>
                      <a:r>
                        <a:rPr lang="en-US" dirty="0"/>
                        <a:t>=1e-10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.model M17 </a:t>
                      </a:r>
                      <a:r>
                        <a:rPr lang="en-US" dirty="0" err="1"/>
                        <a:t>pmos</a:t>
                      </a:r>
                      <a:r>
                        <a:rPr lang="en-US" dirty="0"/>
                        <a:t> level=54 version=4.7 tox=1.0n </a:t>
                      </a:r>
                      <a:r>
                        <a:rPr lang="en-US" dirty="0" err="1"/>
                        <a:t>nch</a:t>
                      </a:r>
                      <a:r>
                        <a:rPr lang="en-US" dirty="0"/>
                        <a:t>=1 u0=90 </a:t>
                      </a:r>
                      <a:r>
                        <a:rPr lang="en-US" dirty="0" err="1"/>
                        <a:t>vsat</a:t>
                      </a:r>
                      <a:r>
                        <a:rPr lang="en-US" dirty="0"/>
                        <a:t>=1.0e7 vth0=-0.35</a:t>
                      </a:r>
                    </a:p>
                    <a:p>
                      <a:r>
                        <a:rPr lang="en-US" dirty="0"/>
                        <a:t>+ </a:t>
                      </a:r>
                      <a:r>
                        <a:rPr lang="en-US" dirty="0" err="1"/>
                        <a:t>rdsw</a:t>
                      </a:r>
                      <a:r>
                        <a:rPr lang="en-US" dirty="0"/>
                        <a:t>=100 </a:t>
                      </a:r>
                      <a:r>
                        <a:rPr lang="en-US" dirty="0" err="1"/>
                        <a:t>vdsat</a:t>
                      </a:r>
                      <a:r>
                        <a:rPr lang="en-US" dirty="0"/>
                        <a:t>=0.1 cox=3e-2 </a:t>
                      </a:r>
                      <a:r>
                        <a:rPr lang="en-US" dirty="0" err="1"/>
                        <a:t>cgso</a:t>
                      </a:r>
                      <a:r>
                        <a:rPr lang="en-US" dirty="0"/>
                        <a:t>=1e-10 </a:t>
                      </a:r>
                      <a:r>
                        <a:rPr lang="en-US" dirty="0" err="1"/>
                        <a:t>cgdo</a:t>
                      </a:r>
                      <a:r>
                        <a:rPr lang="en-US" dirty="0"/>
                        <a:t>=1e-10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0171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153C64D-DBA2-72E8-B5BD-598C892BD13A}"/>
              </a:ext>
            </a:extLst>
          </p:cNvPr>
          <p:cNvSpPr txBox="1"/>
          <p:nvPr/>
        </p:nvSpPr>
        <p:spPr>
          <a:xfrm>
            <a:off x="1174056" y="2168985"/>
            <a:ext cx="1038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Main driver</a:t>
            </a:r>
          </a:p>
        </p:txBody>
      </p:sp>
    </p:spTree>
    <p:extLst>
      <p:ext uri="{BB962C8B-B14F-4D97-AF65-F5344CB8AC3E}">
        <p14:creationId xmlns:p14="http://schemas.microsoft.com/office/powerpoint/2010/main" val="408505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51C7CE-F0EF-D18B-9A1F-EDE885BC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60" y="1993490"/>
            <a:ext cx="5114680" cy="24216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A58D85-0D87-6AFD-70C7-54694E0A4FF5}"/>
              </a:ext>
            </a:extLst>
          </p:cNvPr>
          <p:cNvSpPr/>
          <p:nvPr/>
        </p:nvSpPr>
        <p:spPr>
          <a:xfrm>
            <a:off x="6111551" y="3102962"/>
            <a:ext cx="2238771" cy="1243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2A61D-A92B-7519-15DD-FC66FD422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64" y="503645"/>
            <a:ext cx="2710996" cy="2245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A4C1F8-04E4-1B7B-9033-162222631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05" y="4066893"/>
            <a:ext cx="3236599" cy="2127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31299E-CA51-94FC-2B8B-736CCD60F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161" y="715356"/>
            <a:ext cx="4239217" cy="1390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C4871E-31EF-2336-96F5-3E0AD7EAD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793" y="3565657"/>
            <a:ext cx="1881102" cy="306173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DEFC4A-2302-DB6C-679D-DFAD4553D995}"/>
              </a:ext>
            </a:extLst>
          </p:cNvPr>
          <p:cNvCxnSpPr>
            <a:cxnSpLocks/>
          </p:cNvCxnSpPr>
          <p:nvPr/>
        </p:nvCxnSpPr>
        <p:spPr>
          <a:xfrm flipH="1" flipV="1">
            <a:off x="3657600" y="1917290"/>
            <a:ext cx="609600" cy="34412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CBB9E6-0CE9-8C14-9AD0-45B607078EE1}"/>
              </a:ext>
            </a:extLst>
          </p:cNvPr>
          <p:cNvCxnSpPr>
            <a:cxnSpLocks/>
          </p:cNvCxnSpPr>
          <p:nvPr/>
        </p:nvCxnSpPr>
        <p:spPr>
          <a:xfrm flipH="1">
            <a:off x="3608439" y="3429000"/>
            <a:ext cx="717755" cy="47440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A64EDF5-D3CF-2DB6-391E-A620300F50F6}"/>
              </a:ext>
            </a:extLst>
          </p:cNvPr>
          <p:cNvCxnSpPr>
            <a:cxnSpLocks/>
          </p:cNvCxnSpPr>
          <p:nvPr/>
        </p:nvCxnSpPr>
        <p:spPr>
          <a:xfrm>
            <a:off x="6111551" y="4066893"/>
            <a:ext cx="1744423" cy="55426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393581-BD0C-385D-0A31-075DCB14F386}"/>
              </a:ext>
            </a:extLst>
          </p:cNvPr>
          <p:cNvCxnSpPr>
            <a:cxnSpLocks/>
          </p:cNvCxnSpPr>
          <p:nvPr/>
        </p:nvCxnSpPr>
        <p:spPr>
          <a:xfrm flipV="1">
            <a:off x="7230936" y="2251587"/>
            <a:ext cx="869061" cy="21631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8CE53E3-9531-309A-B589-EDAEEF4886B2}"/>
              </a:ext>
            </a:extLst>
          </p:cNvPr>
          <p:cNvSpPr txBox="1"/>
          <p:nvPr/>
        </p:nvSpPr>
        <p:spPr>
          <a:xfrm>
            <a:off x="1331622" y="2831953"/>
            <a:ext cx="1349408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Main driver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05EFE1-A641-9164-3AA6-2008A5D88880}"/>
              </a:ext>
            </a:extLst>
          </p:cNvPr>
          <p:cNvSpPr txBox="1"/>
          <p:nvPr/>
        </p:nvSpPr>
        <p:spPr>
          <a:xfrm>
            <a:off x="1145140" y="3621361"/>
            <a:ext cx="1629613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Replica driver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C1CFDC-5A33-DBFA-DDA8-944E78323B8E}"/>
              </a:ext>
            </a:extLst>
          </p:cNvPr>
          <p:cNvSpPr txBox="1"/>
          <p:nvPr/>
        </p:nvSpPr>
        <p:spPr>
          <a:xfrm>
            <a:off x="8982768" y="2089354"/>
            <a:ext cx="1071127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Channel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0A02AF-1F16-8FC1-0CE8-84FC56AC34C9}"/>
              </a:ext>
            </a:extLst>
          </p:cNvPr>
          <p:cNvSpPr txBox="1"/>
          <p:nvPr/>
        </p:nvSpPr>
        <p:spPr>
          <a:xfrm>
            <a:off x="8857504" y="3149644"/>
            <a:ext cx="511679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TIA</a:t>
            </a:r>
          </a:p>
        </p:txBody>
      </p:sp>
    </p:spTree>
    <p:extLst>
      <p:ext uri="{BB962C8B-B14F-4D97-AF65-F5344CB8AC3E}">
        <p14:creationId xmlns:p14="http://schemas.microsoft.com/office/powerpoint/2010/main" val="66283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7EAEF-83DA-C4A4-D364-53DED8B8C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457"/>
          <a:stretch>
            <a:fillRect/>
          </a:stretch>
        </p:blipFill>
        <p:spPr>
          <a:xfrm>
            <a:off x="165370" y="163628"/>
            <a:ext cx="9824936" cy="6465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7CB9A-0835-A895-87FA-B2021204AA8A}"/>
              </a:ext>
            </a:extLst>
          </p:cNvPr>
          <p:cNvSpPr txBox="1"/>
          <p:nvPr/>
        </p:nvSpPr>
        <p:spPr>
          <a:xfrm>
            <a:off x="3717500" y="498680"/>
            <a:ext cx="1349408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Main driver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DB4A0-BFAA-331E-4C32-999B9D2C9227}"/>
              </a:ext>
            </a:extLst>
          </p:cNvPr>
          <p:cNvSpPr txBox="1"/>
          <p:nvPr/>
        </p:nvSpPr>
        <p:spPr>
          <a:xfrm>
            <a:off x="1145140" y="3621361"/>
            <a:ext cx="1629613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Replica driver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1A006-A13E-A725-7D27-D43B9A618505}"/>
              </a:ext>
            </a:extLst>
          </p:cNvPr>
          <p:cNvSpPr txBox="1"/>
          <p:nvPr/>
        </p:nvSpPr>
        <p:spPr>
          <a:xfrm>
            <a:off x="8525568" y="866807"/>
            <a:ext cx="1071127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Channel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4E763-6702-858A-E731-BAF001BB4826}"/>
              </a:ext>
            </a:extLst>
          </p:cNvPr>
          <p:cNvSpPr txBox="1"/>
          <p:nvPr/>
        </p:nvSpPr>
        <p:spPr>
          <a:xfrm>
            <a:off x="7719368" y="4979836"/>
            <a:ext cx="511679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TIA</a:t>
            </a:r>
          </a:p>
        </p:txBody>
      </p:sp>
    </p:spTree>
    <p:extLst>
      <p:ext uri="{BB962C8B-B14F-4D97-AF65-F5344CB8AC3E}">
        <p14:creationId xmlns:p14="http://schemas.microsoft.com/office/powerpoint/2010/main" val="3310247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489EE4-EB5D-B11B-6704-127227D4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457"/>
          <a:stretch>
            <a:fillRect/>
          </a:stretch>
        </p:blipFill>
        <p:spPr>
          <a:xfrm>
            <a:off x="165370" y="163628"/>
            <a:ext cx="9824936" cy="64654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0100CB-D4BC-B177-24A0-F5EEE6C9F154}"/>
              </a:ext>
            </a:extLst>
          </p:cNvPr>
          <p:cNvSpPr txBox="1"/>
          <p:nvPr/>
        </p:nvSpPr>
        <p:spPr>
          <a:xfrm>
            <a:off x="6907125" y="547806"/>
            <a:ext cx="653384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 err="1"/>
              <a:t>Vdrv</a:t>
            </a:r>
            <a:endParaRPr lang="en-CA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3F555-D5D5-2FBF-7A93-8502B62ECE07}"/>
              </a:ext>
            </a:extLst>
          </p:cNvPr>
          <p:cNvSpPr txBox="1"/>
          <p:nvPr/>
        </p:nvSpPr>
        <p:spPr>
          <a:xfrm>
            <a:off x="5120511" y="3253901"/>
            <a:ext cx="669671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 err="1"/>
              <a:t>Vrep</a:t>
            </a:r>
            <a:endParaRPr lang="en-C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D9EE5-4703-2303-5A39-21E5EFFC1142}"/>
              </a:ext>
            </a:extLst>
          </p:cNvPr>
          <p:cNvSpPr txBox="1"/>
          <p:nvPr/>
        </p:nvSpPr>
        <p:spPr>
          <a:xfrm>
            <a:off x="4598460" y="5281393"/>
            <a:ext cx="665952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 err="1"/>
              <a:t>Vout</a:t>
            </a:r>
            <a:endParaRPr lang="en-CA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27A58F-2738-99AE-5F45-C0C5B772528A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07805" y="917138"/>
            <a:ext cx="726012" cy="4350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8FE86F-5F0C-1EF3-F16F-E4AEEB901BF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790182" y="2920054"/>
            <a:ext cx="558737" cy="5185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19C3B2-FF04-DCD3-5CDD-94E7043A8793}"/>
              </a:ext>
            </a:extLst>
          </p:cNvPr>
          <p:cNvCxnSpPr>
            <a:stCxn id="9" idx="3"/>
          </p:cNvCxnSpPr>
          <p:nvPr/>
        </p:nvCxnSpPr>
        <p:spPr>
          <a:xfrm flipV="1">
            <a:off x="5264412" y="5058383"/>
            <a:ext cx="737554" cy="4076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6E53B7-43B8-3184-742E-53FB9EC2B575}"/>
              </a:ext>
            </a:extLst>
          </p:cNvPr>
          <p:cNvSpPr txBox="1"/>
          <p:nvPr/>
        </p:nvSpPr>
        <p:spPr>
          <a:xfrm>
            <a:off x="2971089" y="829022"/>
            <a:ext cx="784382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 err="1"/>
              <a:t>Vdata</a:t>
            </a:r>
            <a:endParaRPr lang="en-CA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2CD063-F6F6-25A1-318C-322D70ADC09F}"/>
              </a:ext>
            </a:extLst>
          </p:cNvPr>
          <p:cNvCxnSpPr>
            <a:stCxn id="13" idx="2"/>
          </p:cNvCxnSpPr>
          <p:nvPr/>
        </p:nvCxnSpPr>
        <p:spPr>
          <a:xfrm flipH="1">
            <a:off x="2644609" y="1198354"/>
            <a:ext cx="718671" cy="2812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05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C722-44FE-669D-09D1-410A14A5A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Vdata_a</a:t>
            </a:r>
            <a:r>
              <a:rPr lang="en-US" b="1" dirty="0"/>
              <a:t> = </a:t>
            </a:r>
            <a:r>
              <a:rPr lang="en-US" b="1" dirty="0" err="1"/>
              <a:t>Vout_b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Vdata_b</a:t>
            </a:r>
            <a:r>
              <a:rPr lang="en-US" b="1" dirty="0"/>
              <a:t> = </a:t>
            </a:r>
            <a:r>
              <a:rPr lang="en-US" b="1" dirty="0" err="1"/>
              <a:t>Vout_a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5AA6B-540C-5808-6E2B-E9293C086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13" y="1533209"/>
            <a:ext cx="11092774" cy="495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42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5067-F67D-5BCB-532A-187CBE42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87CE-81F9-D84E-EAEC-6D8FA811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Vdrv_a</a:t>
            </a:r>
            <a:r>
              <a:rPr lang="en-US" dirty="0"/>
              <a:t> is a flipped version of </a:t>
            </a:r>
            <a:r>
              <a:rPr lang="en-US" dirty="0" err="1"/>
              <a:t>Vrep_a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0AB52-E444-0AA1-9744-A3A74F716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32" y="1544042"/>
            <a:ext cx="11044136" cy="494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91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2E9E-36AE-A6D7-E097-08AA0AA2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Deviations from paper / limitations of my simulation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237ADE-E85A-D6BF-60DA-5E536FF89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957" y="1221838"/>
            <a:ext cx="3530058" cy="1981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EDE274-1A09-D487-3731-4924204739FA}"/>
              </a:ext>
            </a:extLst>
          </p:cNvPr>
          <p:cNvSpPr txBox="1"/>
          <p:nvPr/>
        </p:nvSpPr>
        <p:spPr>
          <a:xfrm>
            <a:off x="6096000" y="1992198"/>
            <a:ext cx="55932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and replica driver topology is different in the paper</a:t>
            </a:r>
          </a:p>
          <a:p>
            <a:endParaRPr lang="en-US" dirty="0"/>
          </a:p>
          <a:p>
            <a:r>
              <a:rPr lang="en-US" dirty="0"/>
              <a:t>I used a 1 </a:t>
            </a:r>
            <a:r>
              <a:rPr lang="en-US" dirty="0" err="1"/>
              <a:t>ps</a:t>
            </a:r>
            <a:r>
              <a:rPr lang="en-US" dirty="0"/>
              <a:t> delay transmission line with no timing/synchronization circuitry</a:t>
            </a:r>
          </a:p>
          <a:p>
            <a:pPr marL="285750" indent="-285750">
              <a:buFontTx/>
              <a:buChar char="-"/>
            </a:pPr>
            <a:r>
              <a:rPr lang="en-US" dirty="0"/>
              <a:t>I will need to implement this eventually</a:t>
            </a:r>
          </a:p>
          <a:p>
            <a:endParaRPr lang="en-US" dirty="0"/>
          </a:p>
          <a:p>
            <a:r>
              <a:rPr lang="en-US" dirty="0"/>
              <a:t>Extra shunt capacitance at replica driver output</a:t>
            </a:r>
          </a:p>
          <a:p>
            <a:pPr marL="285750" indent="-285750">
              <a:buFontTx/>
              <a:buChar char="-"/>
            </a:pPr>
            <a:r>
              <a:rPr lang="en-US" dirty="0"/>
              <a:t>I added this later, because without it, I was unable to achieve </a:t>
            </a:r>
            <a:r>
              <a:rPr lang="en-US" dirty="0" err="1"/>
              <a:t>Vout_a</a:t>
            </a:r>
            <a:r>
              <a:rPr lang="en-US" dirty="0"/>
              <a:t> = </a:t>
            </a:r>
            <a:r>
              <a:rPr lang="en-US" dirty="0" err="1"/>
              <a:t>Vdata_b</a:t>
            </a:r>
            <a:r>
              <a:rPr lang="en-US" dirty="0"/>
              <a:t> or </a:t>
            </a:r>
            <a:r>
              <a:rPr lang="en-US" dirty="0" err="1"/>
              <a:t>Vout_b</a:t>
            </a:r>
            <a:r>
              <a:rPr lang="en-US" dirty="0"/>
              <a:t> = </a:t>
            </a:r>
            <a:r>
              <a:rPr lang="en-US" dirty="0" err="1"/>
              <a:t>Vdata_a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It helped me achieve </a:t>
            </a:r>
            <a:r>
              <a:rPr lang="en-US" dirty="0" err="1"/>
              <a:t>Vdrv</a:t>
            </a:r>
            <a:r>
              <a:rPr lang="en-US" dirty="0"/>
              <a:t> = </a:t>
            </a:r>
            <a:r>
              <a:rPr lang="en-US" dirty="0" err="1"/>
              <a:t>Vrep</a:t>
            </a:r>
            <a:r>
              <a:rPr lang="en-US" dirty="0"/>
              <a:t> by mimicking the loading effect of the channel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CFC692-4621-857B-D67F-D0D2BA5E2010}"/>
              </a:ext>
            </a:extLst>
          </p:cNvPr>
          <p:cNvCxnSpPr>
            <a:cxnSpLocks/>
          </p:cNvCxnSpPr>
          <p:nvPr/>
        </p:nvCxnSpPr>
        <p:spPr>
          <a:xfrm flipH="1">
            <a:off x="4898957" y="2344366"/>
            <a:ext cx="1117015" cy="11566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4AD349A-47F6-84A4-BB44-588879914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16" y="3657389"/>
            <a:ext cx="4496427" cy="30198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3C23DB-2481-1C17-3E4B-9969E62538E7}"/>
              </a:ext>
            </a:extLst>
          </p:cNvPr>
          <p:cNvSpPr/>
          <p:nvPr/>
        </p:nvSpPr>
        <p:spPr>
          <a:xfrm>
            <a:off x="3764604" y="5056138"/>
            <a:ext cx="739302" cy="10505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71473C-9BB8-F2F1-8207-777908F95C24}"/>
              </a:ext>
            </a:extLst>
          </p:cNvPr>
          <p:cNvCxnSpPr>
            <a:cxnSpLocks/>
          </p:cNvCxnSpPr>
          <p:nvPr/>
        </p:nvCxnSpPr>
        <p:spPr>
          <a:xfrm flipH="1">
            <a:off x="4503906" y="4173166"/>
            <a:ext cx="1592094" cy="8268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84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2F697-A749-D86E-00C2-EFDD43B5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My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89A602-D269-FCC2-21D6-3E9359A99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775" y="1363940"/>
            <a:ext cx="3530058" cy="1981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3AA0C-8076-053A-9728-6112F7ED95FF}"/>
              </a:ext>
            </a:extLst>
          </p:cNvPr>
          <p:cNvSpPr txBox="1"/>
          <p:nvPr/>
        </p:nvSpPr>
        <p:spPr>
          <a:xfrm>
            <a:off x="3638145" y="1507147"/>
            <a:ext cx="4406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How can I better model this driver circuit?</a:t>
            </a:r>
          </a:p>
          <a:p>
            <a:endParaRPr lang="en-CA" dirty="0"/>
          </a:p>
          <a:p>
            <a:r>
              <a:rPr lang="en-CA" dirty="0"/>
              <a:t>I am unsure what the “slices” are referring to as I don’t think it was referenced anywhere else in the paper.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14092-56CF-D37D-6E3A-8584E73982D9}"/>
              </a:ext>
            </a:extLst>
          </p:cNvPr>
          <p:cNvSpPr txBox="1"/>
          <p:nvPr/>
        </p:nvSpPr>
        <p:spPr>
          <a:xfrm>
            <a:off x="6149003" y="4343853"/>
            <a:ext cx="5116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My understanding is that circuits are needed at the replica driver output (like the shunt capacitance I used). What kinds of circuits are commonly used and how does each component impact the shaping of the replica signal?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67553-ADAA-2A92-AA9D-DD1110041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00" y="3683849"/>
            <a:ext cx="4496427" cy="30198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831B44-CFDC-ED36-19A5-662CBA926617}"/>
              </a:ext>
            </a:extLst>
          </p:cNvPr>
          <p:cNvSpPr/>
          <p:nvPr/>
        </p:nvSpPr>
        <p:spPr>
          <a:xfrm>
            <a:off x="4533088" y="5082598"/>
            <a:ext cx="739302" cy="10505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3664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EEE0-2A5A-B223-99B2-4BCF61AC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730"/>
          </a:xfrm>
        </p:spPr>
        <p:txBody>
          <a:bodyPr>
            <a:noAutofit/>
          </a:bodyPr>
          <a:lstStyle/>
          <a:p>
            <a:r>
              <a:rPr lang="en-CA" sz="3200" dirty="0"/>
              <a:t>Using the exact same circuit but with PAM3 input signals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6C13D-5F0C-363A-B3CE-7577004D3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91" y="933856"/>
            <a:ext cx="11248417" cy="50351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99C0A2-9A78-FBD1-DE80-002CDEC0F2F0}"/>
              </a:ext>
            </a:extLst>
          </p:cNvPr>
          <p:cNvSpPr txBox="1"/>
          <p:nvPr/>
        </p:nvSpPr>
        <p:spPr>
          <a:xfrm>
            <a:off x="763314" y="6084472"/>
            <a:ext cx="10992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I’m going to start experimenting with approaches to improve this result</a:t>
            </a:r>
          </a:p>
        </p:txBody>
      </p:sp>
    </p:spTree>
    <p:extLst>
      <p:ext uri="{BB962C8B-B14F-4D97-AF65-F5344CB8AC3E}">
        <p14:creationId xmlns:p14="http://schemas.microsoft.com/office/powerpoint/2010/main" val="185010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346</Words>
  <Application>Microsoft Office PowerPoint</Application>
  <PresentationFormat>Widescreen</PresentationFormat>
  <Paragraphs>52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Nvidia paper LTSpice Simulation</vt:lpstr>
      <vt:lpstr>PowerPoint Presentation</vt:lpstr>
      <vt:lpstr>PowerPoint Presentation</vt:lpstr>
      <vt:lpstr>PowerPoint Presentation</vt:lpstr>
      <vt:lpstr>PowerPoint Presentation</vt:lpstr>
      <vt:lpstr>Vdata_a = Vout_b and Vdata_b = Vout_a</vt:lpstr>
      <vt:lpstr>Vdrv_a is a flipped version of Vrep_a</vt:lpstr>
      <vt:lpstr>Deviations from paper / limitations of my simulation</vt:lpstr>
      <vt:lpstr>My questions</vt:lpstr>
      <vt:lpstr>Using the exact same circuit but with PAM3 input signals</vt:lpstr>
    </vt:vector>
  </TitlesOfParts>
  <Company>Qualcomm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22</cp:revision>
  <dcterms:created xsi:type="dcterms:W3CDTF">2025-07-14T12:32:19Z</dcterms:created>
  <dcterms:modified xsi:type="dcterms:W3CDTF">2025-07-15T01:14:42Z</dcterms:modified>
</cp:coreProperties>
</file>